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74" r:id="rId3"/>
    <p:sldId id="257" r:id="rId4"/>
    <p:sldId id="277" r:id="rId5"/>
    <p:sldId id="280" r:id="rId6"/>
    <p:sldId id="278" r:id="rId7"/>
    <p:sldId id="281" r:id="rId8"/>
    <p:sldId id="282" r:id="rId9"/>
    <p:sldId id="275" r:id="rId10"/>
    <p:sldId id="283" r:id="rId11"/>
    <p:sldId id="284" r:id="rId12"/>
    <p:sldId id="285" r:id="rId13"/>
    <p:sldId id="286" r:id="rId14"/>
    <p:sldId id="288" r:id="rId15"/>
    <p:sldId id="287" r:id="rId16"/>
    <p:sldId id="289" r:id="rId17"/>
    <p:sldId id="290" r:id="rId18"/>
    <p:sldId id="291" r:id="rId19"/>
    <p:sldId id="292" r:id="rId20"/>
    <p:sldId id="293" r:id="rId21"/>
    <p:sldId id="294" r:id="rId22"/>
    <p:sldId id="295" r:id="rId23"/>
    <p:sldId id="296" r:id="rId24"/>
    <p:sldId id="297" r:id="rId25"/>
    <p:sldId id="298" r:id="rId26"/>
    <p:sldId id="299" r:id="rId27"/>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1AE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0315" autoAdjust="0"/>
  </p:normalViewPr>
  <p:slideViewPr>
    <p:cSldViewPr snapToGrid="0">
      <p:cViewPr>
        <p:scale>
          <a:sx n="71" d="100"/>
          <a:sy n="71" d="100"/>
        </p:scale>
        <p:origin x="1061"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iagrams/_rels/data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image" Target="../media/image9.svg"/></Relationships>
</file>

<file path=ppt/diagrams/_rels/data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image" Target="../media/image11.svg"/><Relationship Id="rId5" Type="http://schemas.openxmlformats.org/officeDocument/2006/relationships/image" Target="../media/image15.svg"/><Relationship Id="rId4" Type="http://schemas.openxmlformats.org/officeDocument/2006/relationships/image" Target="../media/image14.svg"/></Relationships>
</file>

<file path=ppt/diagrams/_rels/data3.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image" Target="../media/image16.jpeg"/></Relationships>
</file>

<file path=ppt/diagrams/_rels/data4.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svg"/><Relationship Id="rId1" Type="http://schemas.openxmlformats.org/officeDocument/2006/relationships/image" Target="../media/image18.svg"/><Relationship Id="rId5" Type="http://schemas.openxmlformats.org/officeDocument/2006/relationships/image" Target="../media/image22.svg"/><Relationship Id="rId4" Type="http://schemas.openxmlformats.org/officeDocument/2006/relationships/image" Target="../media/image21.svg"/></Relationships>
</file>

<file path=ppt/diagrams/_rels/drawing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image" Target="../media/image9.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image" Target="../media/image11.svg"/><Relationship Id="rId5" Type="http://schemas.openxmlformats.org/officeDocument/2006/relationships/image" Target="../media/image15.svg"/><Relationship Id="rId4" Type="http://schemas.openxmlformats.org/officeDocument/2006/relationships/image" Target="../media/image14.svg"/></Relationships>
</file>

<file path=ppt/diagrams/_rels/drawing3.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image" Target="../media/image16.jpeg"/></Relationships>
</file>

<file path=ppt/diagrams/_rels/drawing4.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svg"/><Relationship Id="rId1" Type="http://schemas.openxmlformats.org/officeDocument/2006/relationships/image" Target="../media/image18.svg"/><Relationship Id="rId5" Type="http://schemas.openxmlformats.org/officeDocument/2006/relationships/image" Target="../media/image22.svg"/><Relationship Id="rId4" Type="http://schemas.openxmlformats.org/officeDocument/2006/relationships/image" Target="../media/image21.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1E735D5-5811-428D-849B-B6A1DD4CE6BF}"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F59C11C5-C8EA-4953-BDB5-CAF202EA9129}">
      <dgm:prSet custT="1"/>
      <dgm:spPr/>
      <dgm:t>
        <a:bodyPr/>
        <a:lstStyle/>
        <a:p>
          <a:pPr>
            <a:lnSpc>
              <a:spcPct val="100000"/>
            </a:lnSpc>
          </a:pPr>
          <a:r>
            <a:rPr lang="en-US" sz="1800" dirty="0"/>
            <a:t>Bookmarks save a report’s current filters, visibility, cross-highlighted visuals, and sort order. </a:t>
          </a:r>
        </a:p>
      </dgm:t>
    </dgm:pt>
    <dgm:pt modelId="{1640053C-D258-4AF8-B4E4-BC7772ECF753}" type="parTrans" cxnId="{AC8093FA-63DA-425B-9B56-033065BCECD0}">
      <dgm:prSet/>
      <dgm:spPr/>
      <dgm:t>
        <a:bodyPr/>
        <a:lstStyle/>
        <a:p>
          <a:endParaRPr lang="en-US"/>
        </a:p>
      </dgm:t>
    </dgm:pt>
    <dgm:pt modelId="{0907E988-5497-4BB9-A280-9C23A87240D8}" type="sibTrans" cxnId="{AC8093FA-63DA-425B-9B56-033065BCECD0}">
      <dgm:prSet/>
      <dgm:spPr/>
      <dgm:t>
        <a:bodyPr/>
        <a:lstStyle/>
        <a:p>
          <a:endParaRPr lang="en-US"/>
        </a:p>
      </dgm:t>
    </dgm:pt>
    <dgm:pt modelId="{3F9C9AF5-D01A-412C-9F02-87E9003DB3E2}">
      <dgm:prSet phldrT="[Text]" custT="1"/>
      <dgm:spPr/>
      <dgm:t>
        <a:bodyPr/>
        <a:lstStyle/>
        <a:p>
          <a:pPr>
            <a:lnSpc>
              <a:spcPct val="100000"/>
            </a:lnSpc>
          </a:pPr>
          <a:r>
            <a:rPr lang="en-US" sz="1800" dirty="0"/>
            <a:t>When you add bookmarks to a report, users can get back to that exact view by selecting it</a:t>
          </a:r>
        </a:p>
      </dgm:t>
    </dgm:pt>
    <dgm:pt modelId="{7F32FDA9-0B8B-46CA-A929-B8F186D016C5}" type="parTrans" cxnId="{AF6C74E3-6AAC-4240-8C87-956E719BB066}">
      <dgm:prSet/>
      <dgm:spPr/>
      <dgm:t>
        <a:bodyPr/>
        <a:lstStyle/>
        <a:p>
          <a:endParaRPr lang="en-US"/>
        </a:p>
      </dgm:t>
    </dgm:pt>
    <dgm:pt modelId="{7F2D458A-4C65-47D5-88CF-E1DC542074B6}" type="sibTrans" cxnId="{AF6C74E3-6AAC-4240-8C87-956E719BB066}">
      <dgm:prSet/>
      <dgm:spPr/>
      <dgm:t>
        <a:bodyPr/>
        <a:lstStyle/>
        <a:p>
          <a:endParaRPr lang="en-US"/>
        </a:p>
      </dgm:t>
    </dgm:pt>
    <dgm:pt modelId="{28267B82-0783-468D-BD68-A1A614C283CB}" type="pres">
      <dgm:prSet presAssocID="{F1E735D5-5811-428D-849B-B6A1DD4CE6BF}" presName="root" presStyleCnt="0">
        <dgm:presLayoutVars>
          <dgm:dir/>
          <dgm:resizeHandles val="exact"/>
        </dgm:presLayoutVars>
      </dgm:prSet>
      <dgm:spPr/>
    </dgm:pt>
    <dgm:pt modelId="{B79B42D9-F344-4A7E-A563-7AE8252FBFBE}" type="pres">
      <dgm:prSet presAssocID="{F59C11C5-C8EA-4953-BDB5-CAF202EA9129}" presName="compNode" presStyleCnt="0"/>
      <dgm:spPr/>
    </dgm:pt>
    <dgm:pt modelId="{F8CB7DB8-1A1C-48BF-968B-A989A0330683}" type="pres">
      <dgm:prSet presAssocID="{F59C11C5-C8EA-4953-BDB5-CAF202EA9129}" presName="iconRect" presStyleLbl="node1" presStyleIdx="0" presStyleCnt="2" custScaleX="141111" custScaleY="141111"/>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Filter with solid fill"/>
        </a:ext>
      </dgm:extLst>
    </dgm:pt>
    <dgm:pt modelId="{4B4CD78C-3C57-4711-8EE4-1FEB0B92618D}" type="pres">
      <dgm:prSet presAssocID="{F59C11C5-C8EA-4953-BDB5-CAF202EA9129}" presName="spaceRect" presStyleCnt="0"/>
      <dgm:spPr/>
    </dgm:pt>
    <dgm:pt modelId="{5A9515F9-AB49-4937-B666-0A4950981ED7}" type="pres">
      <dgm:prSet presAssocID="{F59C11C5-C8EA-4953-BDB5-CAF202EA9129}" presName="textRect" presStyleLbl="revTx" presStyleIdx="0" presStyleCnt="2" custScaleX="120650">
        <dgm:presLayoutVars>
          <dgm:chMax val="1"/>
          <dgm:chPref val="1"/>
        </dgm:presLayoutVars>
      </dgm:prSet>
      <dgm:spPr/>
    </dgm:pt>
    <dgm:pt modelId="{E9406717-7B1A-4DB9-A5B8-C0F91FC44008}" type="pres">
      <dgm:prSet presAssocID="{0907E988-5497-4BB9-A280-9C23A87240D8}" presName="sibTrans" presStyleCnt="0"/>
      <dgm:spPr/>
    </dgm:pt>
    <dgm:pt modelId="{E29B2F2F-CCEF-42EE-AA1E-92A2616214A8}" type="pres">
      <dgm:prSet presAssocID="{3F9C9AF5-D01A-412C-9F02-87E9003DB3E2}" presName="compNode" presStyleCnt="0"/>
      <dgm:spPr/>
    </dgm:pt>
    <dgm:pt modelId="{F96959D0-7EE5-48BB-A1E2-BB9A302BA209}" type="pres">
      <dgm:prSet presAssocID="{3F9C9AF5-D01A-412C-9F02-87E9003DB3E2}" presName="iconRect" presStyleLbl="node1" presStyleIdx="1" presStyleCnt="2" custScaleX="141111" custScaleY="141111"/>
      <dgm:spPr>
        <a:blipFill>
          <a:blip xmlns:r="http://schemas.openxmlformats.org/officeDocument/2006/relationships" r:embed="rId2"/>
          <a:srcRect/>
          <a:stretch>
            <a:fillRect/>
          </a:stretch>
        </a:blipFill>
      </dgm:spPr>
    </dgm:pt>
    <dgm:pt modelId="{A863E63D-2C48-483B-A7B1-0AD026CE384D}" type="pres">
      <dgm:prSet presAssocID="{3F9C9AF5-D01A-412C-9F02-87E9003DB3E2}" presName="spaceRect" presStyleCnt="0"/>
      <dgm:spPr/>
    </dgm:pt>
    <dgm:pt modelId="{A8BFB3C8-08A9-4E31-BB31-3861B45454B8}" type="pres">
      <dgm:prSet presAssocID="{3F9C9AF5-D01A-412C-9F02-87E9003DB3E2}" presName="textRect" presStyleLbl="revTx" presStyleIdx="1" presStyleCnt="2" custScaleX="120734">
        <dgm:presLayoutVars>
          <dgm:chMax val="1"/>
          <dgm:chPref val="1"/>
        </dgm:presLayoutVars>
      </dgm:prSet>
      <dgm:spPr/>
    </dgm:pt>
  </dgm:ptLst>
  <dgm:cxnLst>
    <dgm:cxn modelId="{76AB3C14-480F-48F3-AEAE-D5DF76D0AE46}" type="presOf" srcId="{F59C11C5-C8EA-4953-BDB5-CAF202EA9129}" destId="{5A9515F9-AB49-4937-B666-0A4950981ED7}" srcOrd="0" destOrd="0" presId="urn:microsoft.com/office/officeart/2018/2/layout/IconLabelList"/>
    <dgm:cxn modelId="{85A196C1-BF15-4C25-B21E-29B04774FEF8}" type="presOf" srcId="{3F9C9AF5-D01A-412C-9F02-87E9003DB3E2}" destId="{A8BFB3C8-08A9-4E31-BB31-3861B45454B8}" srcOrd="0" destOrd="0" presId="urn:microsoft.com/office/officeart/2018/2/layout/IconLabelList"/>
    <dgm:cxn modelId="{7BED66CB-7F1F-4D57-A908-AE99C53E94C8}" type="presOf" srcId="{F1E735D5-5811-428D-849B-B6A1DD4CE6BF}" destId="{28267B82-0783-468D-BD68-A1A614C283CB}" srcOrd="0" destOrd="0" presId="urn:microsoft.com/office/officeart/2018/2/layout/IconLabelList"/>
    <dgm:cxn modelId="{AF6C74E3-6AAC-4240-8C87-956E719BB066}" srcId="{F1E735D5-5811-428D-849B-B6A1DD4CE6BF}" destId="{3F9C9AF5-D01A-412C-9F02-87E9003DB3E2}" srcOrd="1" destOrd="0" parTransId="{7F32FDA9-0B8B-46CA-A929-B8F186D016C5}" sibTransId="{7F2D458A-4C65-47D5-88CF-E1DC542074B6}"/>
    <dgm:cxn modelId="{AC8093FA-63DA-425B-9B56-033065BCECD0}" srcId="{F1E735D5-5811-428D-849B-B6A1DD4CE6BF}" destId="{F59C11C5-C8EA-4953-BDB5-CAF202EA9129}" srcOrd="0" destOrd="0" parTransId="{1640053C-D258-4AF8-B4E4-BC7772ECF753}" sibTransId="{0907E988-5497-4BB9-A280-9C23A87240D8}"/>
    <dgm:cxn modelId="{BF60D394-703B-4EF0-A737-5B8518941F90}" type="presParOf" srcId="{28267B82-0783-468D-BD68-A1A614C283CB}" destId="{B79B42D9-F344-4A7E-A563-7AE8252FBFBE}" srcOrd="0" destOrd="0" presId="urn:microsoft.com/office/officeart/2018/2/layout/IconLabelList"/>
    <dgm:cxn modelId="{2C755A8C-18C4-448F-98CE-A99F45CA7261}" type="presParOf" srcId="{B79B42D9-F344-4A7E-A563-7AE8252FBFBE}" destId="{F8CB7DB8-1A1C-48BF-968B-A989A0330683}" srcOrd="0" destOrd="0" presId="urn:microsoft.com/office/officeart/2018/2/layout/IconLabelList"/>
    <dgm:cxn modelId="{7BE35CFD-B5B5-4684-9188-9FFF2477FDAC}" type="presParOf" srcId="{B79B42D9-F344-4A7E-A563-7AE8252FBFBE}" destId="{4B4CD78C-3C57-4711-8EE4-1FEB0B92618D}" srcOrd="1" destOrd="0" presId="urn:microsoft.com/office/officeart/2018/2/layout/IconLabelList"/>
    <dgm:cxn modelId="{D743DBF3-1E89-4C34-8E5F-ABB967A76CBA}" type="presParOf" srcId="{B79B42D9-F344-4A7E-A563-7AE8252FBFBE}" destId="{5A9515F9-AB49-4937-B666-0A4950981ED7}" srcOrd="2" destOrd="0" presId="urn:microsoft.com/office/officeart/2018/2/layout/IconLabelList"/>
    <dgm:cxn modelId="{F122F681-124E-490E-9823-42AAF160BA72}" type="presParOf" srcId="{28267B82-0783-468D-BD68-A1A614C283CB}" destId="{E9406717-7B1A-4DB9-A5B8-C0F91FC44008}" srcOrd="1" destOrd="0" presId="urn:microsoft.com/office/officeart/2018/2/layout/IconLabelList"/>
    <dgm:cxn modelId="{515E637E-0562-413B-BA5F-B7BF02FEC535}" type="presParOf" srcId="{28267B82-0783-468D-BD68-A1A614C283CB}" destId="{E29B2F2F-CCEF-42EE-AA1E-92A2616214A8}" srcOrd="2" destOrd="0" presId="urn:microsoft.com/office/officeart/2018/2/layout/IconLabelList"/>
    <dgm:cxn modelId="{EAA91E8A-6B53-41D6-A4D0-D6C5B27EA8B1}" type="presParOf" srcId="{E29B2F2F-CCEF-42EE-AA1E-92A2616214A8}" destId="{F96959D0-7EE5-48BB-A1E2-BB9A302BA209}" srcOrd="0" destOrd="0" presId="urn:microsoft.com/office/officeart/2018/2/layout/IconLabelList"/>
    <dgm:cxn modelId="{5DE7988F-4365-4AC2-A7AA-F6DF246991DC}" type="presParOf" srcId="{E29B2F2F-CCEF-42EE-AA1E-92A2616214A8}" destId="{A863E63D-2C48-483B-A7B1-0AD026CE384D}" srcOrd="1" destOrd="0" presId="urn:microsoft.com/office/officeart/2018/2/layout/IconLabelList"/>
    <dgm:cxn modelId="{ECF2D707-D4A5-4FE2-B418-5FDB0E9D4237}" type="presParOf" srcId="{E29B2F2F-CCEF-42EE-AA1E-92A2616214A8}" destId="{A8BFB3C8-08A9-4E31-BB31-3861B45454B8}"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FA6A4E2-912C-4591-BB4E-F95CA3857702}"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D3A90378-A1E5-40B8-AF59-7238D192FF39}">
      <dgm:prSet/>
      <dgm:spPr/>
      <dgm:t>
        <a:bodyPr/>
        <a:lstStyle/>
        <a:p>
          <a:pPr>
            <a:lnSpc>
              <a:spcPct val="100000"/>
            </a:lnSpc>
            <a:defRPr cap="all"/>
          </a:pPr>
          <a:r>
            <a:rPr lang="en-US" b="1" dirty="0"/>
            <a:t>Improved navigation</a:t>
          </a:r>
          <a:endParaRPr lang="en-US" dirty="0"/>
        </a:p>
      </dgm:t>
    </dgm:pt>
    <dgm:pt modelId="{90C99A7A-82F0-40A4-B517-385E2F6ABA77}" type="parTrans" cxnId="{4E2CDC95-D5EE-4DA0-9D0E-4772F2D9BB37}">
      <dgm:prSet/>
      <dgm:spPr/>
      <dgm:t>
        <a:bodyPr/>
        <a:lstStyle/>
        <a:p>
          <a:endParaRPr lang="en-US"/>
        </a:p>
      </dgm:t>
    </dgm:pt>
    <dgm:pt modelId="{6E59B61C-BED4-48D9-97D5-DD1C0526A682}" type="sibTrans" cxnId="{4E2CDC95-D5EE-4DA0-9D0E-4772F2D9BB37}">
      <dgm:prSet/>
      <dgm:spPr/>
      <dgm:t>
        <a:bodyPr/>
        <a:lstStyle/>
        <a:p>
          <a:endParaRPr lang="en-US"/>
        </a:p>
      </dgm:t>
    </dgm:pt>
    <dgm:pt modelId="{DD844099-09D9-4176-9D09-04DC8634D869}">
      <dgm:prSet/>
      <dgm:spPr/>
      <dgm:t>
        <a:bodyPr/>
        <a:lstStyle/>
        <a:p>
          <a:pPr>
            <a:lnSpc>
              <a:spcPct val="100000"/>
            </a:lnSpc>
            <a:defRPr cap="all"/>
          </a:pPr>
          <a:r>
            <a:rPr lang="en-US" b="1" dirty="0"/>
            <a:t>Show/hide content</a:t>
          </a:r>
          <a:endParaRPr lang="en-US" dirty="0"/>
        </a:p>
      </dgm:t>
    </dgm:pt>
    <dgm:pt modelId="{F068B28B-CE8F-4A46-A7AE-1F7838100E3C}" type="parTrans" cxnId="{230BAC92-31FC-498E-97DF-D97883E83D53}">
      <dgm:prSet/>
      <dgm:spPr/>
      <dgm:t>
        <a:bodyPr/>
        <a:lstStyle/>
        <a:p>
          <a:endParaRPr lang="en-US"/>
        </a:p>
      </dgm:t>
    </dgm:pt>
    <dgm:pt modelId="{EC571630-960C-4F39-9324-566494290F15}" type="sibTrans" cxnId="{230BAC92-31FC-498E-97DF-D97883E83D53}">
      <dgm:prSet/>
      <dgm:spPr/>
      <dgm:t>
        <a:bodyPr/>
        <a:lstStyle/>
        <a:p>
          <a:endParaRPr lang="en-US"/>
        </a:p>
      </dgm:t>
    </dgm:pt>
    <dgm:pt modelId="{C2760C52-BA17-481B-B990-64CA39382A85}">
      <dgm:prSet/>
      <dgm:spPr/>
      <dgm:t>
        <a:bodyPr/>
        <a:lstStyle/>
        <a:p>
          <a:pPr>
            <a:lnSpc>
              <a:spcPct val="100000"/>
            </a:lnSpc>
            <a:defRPr cap="all"/>
          </a:pPr>
          <a:r>
            <a:rPr lang="en-US" b="1" dirty="0"/>
            <a:t>Guided storytelling</a:t>
          </a:r>
          <a:endParaRPr lang="en-US" dirty="0"/>
        </a:p>
      </dgm:t>
    </dgm:pt>
    <dgm:pt modelId="{953FDAD6-1243-47A2-8FCD-30F8326D9707}" type="parTrans" cxnId="{B57E04AA-4EB0-48E9-B1E2-E360102AEC80}">
      <dgm:prSet/>
      <dgm:spPr/>
      <dgm:t>
        <a:bodyPr/>
        <a:lstStyle/>
        <a:p>
          <a:endParaRPr lang="en-US"/>
        </a:p>
      </dgm:t>
    </dgm:pt>
    <dgm:pt modelId="{8614DB98-61B4-4059-9EB1-AA88059C3409}" type="sibTrans" cxnId="{B57E04AA-4EB0-48E9-B1E2-E360102AEC80}">
      <dgm:prSet/>
      <dgm:spPr/>
      <dgm:t>
        <a:bodyPr/>
        <a:lstStyle/>
        <a:p>
          <a:endParaRPr lang="en-US"/>
        </a:p>
      </dgm:t>
    </dgm:pt>
    <dgm:pt modelId="{A59E1F80-2579-405C-8E1B-E755366AC1CA}">
      <dgm:prSet/>
      <dgm:spPr/>
      <dgm:t>
        <a:bodyPr/>
        <a:lstStyle/>
        <a:p>
          <a:pPr>
            <a:lnSpc>
              <a:spcPct val="100000"/>
            </a:lnSpc>
            <a:defRPr cap="all"/>
          </a:pPr>
          <a:r>
            <a:rPr lang="en-US" b="1" dirty="0"/>
            <a:t>Customized views</a:t>
          </a:r>
          <a:endParaRPr lang="en-US" dirty="0"/>
        </a:p>
      </dgm:t>
    </dgm:pt>
    <dgm:pt modelId="{0E779545-6791-402C-910E-C1B396B387F9}" type="parTrans" cxnId="{DE84A577-9AE4-43C6-AA75-A0B399186430}">
      <dgm:prSet/>
      <dgm:spPr/>
      <dgm:t>
        <a:bodyPr/>
        <a:lstStyle/>
        <a:p>
          <a:endParaRPr lang="en-US"/>
        </a:p>
      </dgm:t>
    </dgm:pt>
    <dgm:pt modelId="{63BB04FF-92C6-4AD3-A14C-D3BA63807C8B}" type="sibTrans" cxnId="{DE84A577-9AE4-43C6-AA75-A0B399186430}">
      <dgm:prSet/>
      <dgm:spPr/>
      <dgm:t>
        <a:bodyPr/>
        <a:lstStyle/>
        <a:p>
          <a:endParaRPr lang="en-US"/>
        </a:p>
      </dgm:t>
    </dgm:pt>
    <dgm:pt modelId="{1D88291D-2066-41AA-83F2-C95E9A97D00A}">
      <dgm:prSet/>
      <dgm:spPr/>
      <dgm:t>
        <a:bodyPr/>
        <a:lstStyle/>
        <a:p>
          <a:pPr>
            <a:lnSpc>
              <a:spcPct val="100000"/>
            </a:lnSpc>
            <a:defRPr cap="all"/>
          </a:pPr>
          <a:r>
            <a:rPr lang="en-US" b="1" dirty="0"/>
            <a:t>Reduced report clutter</a:t>
          </a:r>
          <a:endParaRPr lang="en-US" dirty="0"/>
        </a:p>
      </dgm:t>
    </dgm:pt>
    <dgm:pt modelId="{05041D50-A712-4684-BC7B-05462493B2A0}" type="parTrans" cxnId="{7050DADE-2397-4F0E-8163-6E5FF2CA25B4}">
      <dgm:prSet/>
      <dgm:spPr/>
      <dgm:t>
        <a:bodyPr/>
        <a:lstStyle/>
        <a:p>
          <a:endParaRPr lang="en-US"/>
        </a:p>
      </dgm:t>
    </dgm:pt>
    <dgm:pt modelId="{E38640AB-D783-4DB0-B6A9-9AA6DA809296}" type="sibTrans" cxnId="{7050DADE-2397-4F0E-8163-6E5FF2CA25B4}">
      <dgm:prSet/>
      <dgm:spPr/>
      <dgm:t>
        <a:bodyPr/>
        <a:lstStyle/>
        <a:p>
          <a:endParaRPr lang="en-US"/>
        </a:p>
      </dgm:t>
    </dgm:pt>
    <dgm:pt modelId="{FB41830B-D528-4EF1-992C-56941B20706C}" type="pres">
      <dgm:prSet presAssocID="{BFA6A4E2-912C-4591-BB4E-F95CA3857702}" presName="root" presStyleCnt="0">
        <dgm:presLayoutVars>
          <dgm:dir/>
          <dgm:resizeHandles val="exact"/>
        </dgm:presLayoutVars>
      </dgm:prSet>
      <dgm:spPr/>
    </dgm:pt>
    <dgm:pt modelId="{61A486D0-BD1D-43C9-8C0D-32381BAC4B0D}" type="pres">
      <dgm:prSet presAssocID="{D3A90378-A1E5-40B8-AF59-7238D192FF39}" presName="compNode" presStyleCnt="0"/>
      <dgm:spPr/>
    </dgm:pt>
    <dgm:pt modelId="{A366D388-5187-4B83-91E0-6E344AB43643}" type="pres">
      <dgm:prSet presAssocID="{D3A90378-A1E5-40B8-AF59-7238D192FF39}" presName="iconBgRect" presStyleLbl="bgShp" presStyleIdx="0" presStyleCnt="5"/>
      <dgm:spPr>
        <a:prstGeom prst="round2DiagRect">
          <a:avLst>
            <a:gd name="adj1" fmla="val 29727"/>
            <a:gd name="adj2" fmla="val 0"/>
          </a:avLst>
        </a:prstGeom>
      </dgm:spPr>
    </dgm:pt>
    <dgm:pt modelId="{A51A27D5-074B-4463-AA5F-C91BAD0101FC}" type="pres">
      <dgm:prSet presAssocID="{D3A90378-A1E5-40B8-AF59-7238D192FF39}"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Marker"/>
        </a:ext>
      </dgm:extLst>
    </dgm:pt>
    <dgm:pt modelId="{6B2853A1-4BF8-4E9F-B8E6-6704AEFC8C61}" type="pres">
      <dgm:prSet presAssocID="{D3A90378-A1E5-40B8-AF59-7238D192FF39}" presName="spaceRect" presStyleCnt="0"/>
      <dgm:spPr/>
    </dgm:pt>
    <dgm:pt modelId="{4B691EFD-B269-4CA7-932D-6797DB9C8247}" type="pres">
      <dgm:prSet presAssocID="{D3A90378-A1E5-40B8-AF59-7238D192FF39}" presName="textRect" presStyleLbl="revTx" presStyleIdx="0" presStyleCnt="5">
        <dgm:presLayoutVars>
          <dgm:chMax val="1"/>
          <dgm:chPref val="1"/>
        </dgm:presLayoutVars>
      </dgm:prSet>
      <dgm:spPr/>
    </dgm:pt>
    <dgm:pt modelId="{56A774B7-9CEF-4AB7-AEA5-3801362948B7}" type="pres">
      <dgm:prSet presAssocID="{6E59B61C-BED4-48D9-97D5-DD1C0526A682}" presName="sibTrans" presStyleCnt="0"/>
      <dgm:spPr/>
    </dgm:pt>
    <dgm:pt modelId="{7756E9F3-F9CD-4306-8BE5-744416E437A0}" type="pres">
      <dgm:prSet presAssocID="{DD844099-09D9-4176-9D09-04DC8634D869}" presName="compNode" presStyleCnt="0"/>
      <dgm:spPr/>
    </dgm:pt>
    <dgm:pt modelId="{98EA8074-91BA-4F37-8400-281BAC8B85AC}" type="pres">
      <dgm:prSet presAssocID="{DD844099-09D9-4176-9D09-04DC8634D869}" presName="iconBgRect" presStyleLbl="bgShp" presStyleIdx="1" presStyleCnt="5"/>
      <dgm:spPr>
        <a:prstGeom prst="round2DiagRect">
          <a:avLst>
            <a:gd name="adj1" fmla="val 29727"/>
            <a:gd name="adj2" fmla="val 0"/>
          </a:avLst>
        </a:prstGeom>
      </dgm:spPr>
    </dgm:pt>
    <dgm:pt modelId="{BCC39ADA-0AE6-4A74-86AE-7B5DCFA5AF06}" type="pres">
      <dgm:prSet presAssocID="{DD844099-09D9-4176-9D09-04DC8634D869}"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lind"/>
        </a:ext>
      </dgm:extLst>
    </dgm:pt>
    <dgm:pt modelId="{D40D94F4-905E-457A-A475-08862384F6D6}" type="pres">
      <dgm:prSet presAssocID="{DD844099-09D9-4176-9D09-04DC8634D869}" presName="spaceRect" presStyleCnt="0"/>
      <dgm:spPr/>
    </dgm:pt>
    <dgm:pt modelId="{D8ADCAA9-FC51-4EF4-9FF7-67F32462255F}" type="pres">
      <dgm:prSet presAssocID="{DD844099-09D9-4176-9D09-04DC8634D869}" presName="textRect" presStyleLbl="revTx" presStyleIdx="1" presStyleCnt="5">
        <dgm:presLayoutVars>
          <dgm:chMax val="1"/>
          <dgm:chPref val="1"/>
        </dgm:presLayoutVars>
      </dgm:prSet>
      <dgm:spPr/>
    </dgm:pt>
    <dgm:pt modelId="{3CB78F99-D930-4AE3-9678-60B8C8AEB5FE}" type="pres">
      <dgm:prSet presAssocID="{EC571630-960C-4F39-9324-566494290F15}" presName="sibTrans" presStyleCnt="0"/>
      <dgm:spPr/>
    </dgm:pt>
    <dgm:pt modelId="{D78A3DBB-82E5-490C-B301-0D08000AC7A3}" type="pres">
      <dgm:prSet presAssocID="{A59E1F80-2579-405C-8E1B-E755366AC1CA}" presName="compNode" presStyleCnt="0"/>
      <dgm:spPr/>
    </dgm:pt>
    <dgm:pt modelId="{7CE07CC9-08F1-4CF6-BE07-714FC2703C80}" type="pres">
      <dgm:prSet presAssocID="{A59E1F80-2579-405C-8E1B-E755366AC1CA}" presName="iconBgRect" presStyleLbl="bgShp" presStyleIdx="2" presStyleCnt="5"/>
      <dgm:spPr>
        <a:prstGeom prst="round2DiagRect">
          <a:avLst>
            <a:gd name="adj1" fmla="val 29727"/>
            <a:gd name="adj2" fmla="val 0"/>
          </a:avLst>
        </a:prstGeom>
      </dgm:spPr>
    </dgm:pt>
    <dgm:pt modelId="{703D2A3C-1CDD-46B0-8269-0384BEACC37F}" type="pres">
      <dgm:prSet presAssocID="{A59E1F80-2579-405C-8E1B-E755366AC1CA}"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Magnifying glass"/>
        </a:ext>
      </dgm:extLst>
    </dgm:pt>
    <dgm:pt modelId="{603CB7F2-C4DB-4E4E-B86C-6F1C40BDC9E8}" type="pres">
      <dgm:prSet presAssocID="{A59E1F80-2579-405C-8E1B-E755366AC1CA}" presName="spaceRect" presStyleCnt="0"/>
      <dgm:spPr/>
    </dgm:pt>
    <dgm:pt modelId="{A2E01365-6E26-40CE-80C4-551C1E26459E}" type="pres">
      <dgm:prSet presAssocID="{A59E1F80-2579-405C-8E1B-E755366AC1CA}" presName="textRect" presStyleLbl="revTx" presStyleIdx="2" presStyleCnt="5">
        <dgm:presLayoutVars>
          <dgm:chMax val="1"/>
          <dgm:chPref val="1"/>
        </dgm:presLayoutVars>
      </dgm:prSet>
      <dgm:spPr/>
    </dgm:pt>
    <dgm:pt modelId="{A6050820-2AE8-4C1E-8B45-06C1F9A7A36F}" type="pres">
      <dgm:prSet presAssocID="{63BB04FF-92C6-4AD3-A14C-D3BA63807C8B}" presName="sibTrans" presStyleCnt="0"/>
      <dgm:spPr/>
    </dgm:pt>
    <dgm:pt modelId="{FC8EC8C0-E71B-464F-922E-C5B89B1A8231}" type="pres">
      <dgm:prSet presAssocID="{C2760C52-BA17-481B-B990-64CA39382A85}" presName="compNode" presStyleCnt="0"/>
      <dgm:spPr/>
    </dgm:pt>
    <dgm:pt modelId="{93511C22-D1BE-4E6A-A774-854639220357}" type="pres">
      <dgm:prSet presAssocID="{C2760C52-BA17-481B-B990-64CA39382A85}" presName="iconBgRect" presStyleLbl="bgShp" presStyleIdx="3" presStyleCnt="5"/>
      <dgm:spPr>
        <a:prstGeom prst="round2DiagRect">
          <a:avLst>
            <a:gd name="adj1" fmla="val 29727"/>
            <a:gd name="adj2" fmla="val 0"/>
          </a:avLst>
        </a:prstGeom>
      </dgm:spPr>
    </dgm:pt>
    <dgm:pt modelId="{E7C25ED2-8DE3-491B-9855-23F6F91ECE47}" type="pres">
      <dgm:prSet presAssocID="{C2760C52-BA17-481B-B990-64CA39382A85}"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Open Book"/>
        </a:ext>
      </dgm:extLst>
    </dgm:pt>
    <dgm:pt modelId="{AE279F2E-8592-4BD7-9CC6-4696C1198298}" type="pres">
      <dgm:prSet presAssocID="{C2760C52-BA17-481B-B990-64CA39382A85}" presName="spaceRect" presStyleCnt="0"/>
      <dgm:spPr/>
    </dgm:pt>
    <dgm:pt modelId="{416B4E3C-E3B1-40FD-99B5-8458F3238C8A}" type="pres">
      <dgm:prSet presAssocID="{C2760C52-BA17-481B-B990-64CA39382A85}" presName="textRect" presStyleLbl="revTx" presStyleIdx="3" presStyleCnt="5">
        <dgm:presLayoutVars>
          <dgm:chMax val="1"/>
          <dgm:chPref val="1"/>
        </dgm:presLayoutVars>
      </dgm:prSet>
      <dgm:spPr/>
    </dgm:pt>
    <dgm:pt modelId="{6FE06377-0D57-45A7-B6CD-8A7DD547A58E}" type="pres">
      <dgm:prSet presAssocID="{8614DB98-61B4-4059-9EB1-AA88059C3409}" presName="sibTrans" presStyleCnt="0"/>
      <dgm:spPr/>
    </dgm:pt>
    <dgm:pt modelId="{3A3C9431-5B72-4FD3-9B99-9774F8C7BA6C}" type="pres">
      <dgm:prSet presAssocID="{1D88291D-2066-41AA-83F2-C95E9A97D00A}" presName="compNode" presStyleCnt="0"/>
      <dgm:spPr/>
    </dgm:pt>
    <dgm:pt modelId="{12F373DD-BC05-4BB2-82BA-547BFC3FF142}" type="pres">
      <dgm:prSet presAssocID="{1D88291D-2066-41AA-83F2-C95E9A97D00A}" presName="iconBgRect" presStyleLbl="bgShp" presStyleIdx="4" presStyleCnt="5"/>
      <dgm:spPr>
        <a:prstGeom prst="round2DiagRect">
          <a:avLst>
            <a:gd name="adj1" fmla="val 29727"/>
            <a:gd name="adj2" fmla="val 0"/>
          </a:avLst>
        </a:prstGeom>
      </dgm:spPr>
    </dgm:pt>
    <dgm:pt modelId="{63C6E861-CCF9-4923-BCC7-D8AE8240310A}" type="pres">
      <dgm:prSet presAssocID="{1D88291D-2066-41AA-83F2-C95E9A97D00A}"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Cursor"/>
        </a:ext>
      </dgm:extLst>
    </dgm:pt>
    <dgm:pt modelId="{BC8D8005-5109-42A3-9898-D9DFDFD950AE}" type="pres">
      <dgm:prSet presAssocID="{1D88291D-2066-41AA-83F2-C95E9A97D00A}" presName="spaceRect" presStyleCnt="0"/>
      <dgm:spPr/>
    </dgm:pt>
    <dgm:pt modelId="{7EE269EF-7E38-4A21-98A9-338507085687}" type="pres">
      <dgm:prSet presAssocID="{1D88291D-2066-41AA-83F2-C95E9A97D00A}" presName="textRect" presStyleLbl="revTx" presStyleIdx="4" presStyleCnt="5">
        <dgm:presLayoutVars>
          <dgm:chMax val="1"/>
          <dgm:chPref val="1"/>
        </dgm:presLayoutVars>
      </dgm:prSet>
      <dgm:spPr/>
    </dgm:pt>
  </dgm:ptLst>
  <dgm:cxnLst>
    <dgm:cxn modelId="{5554FB63-4026-4F84-AC60-309FF523CCFB}" type="presOf" srcId="{D3A90378-A1E5-40B8-AF59-7238D192FF39}" destId="{4B691EFD-B269-4CA7-932D-6797DB9C8247}" srcOrd="0" destOrd="0" presId="urn:microsoft.com/office/officeart/2018/5/layout/IconLeafLabelList"/>
    <dgm:cxn modelId="{4F3C1D49-24DA-4D49-972E-A515886AC453}" type="presOf" srcId="{BFA6A4E2-912C-4591-BB4E-F95CA3857702}" destId="{FB41830B-D528-4EF1-992C-56941B20706C}" srcOrd="0" destOrd="0" presId="urn:microsoft.com/office/officeart/2018/5/layout/IconLeafLabelList"/>
    <dgm:cxn modelId="{DE84A577-9AE4-43C6-AA75-A0B399186430}" srcId="{BFA6A4E2-912C-4591-BB4E-F95CA3857702}" destId="{A59E1F80-2579-405C-8E1B-E755366AC1CA}" srcOrd="2" destOrd="0" parTransId="{0E779545-6791-402C-910E-C1B396B387F9}" sibTransId="{63BB04FF-92C6-4AD3-A14C-D3BA63807C8B}"/>
    <dgm:cxn modelId="{230BAC92-31FC-498E-97DF-D97883E83D53}" srcId="{BFA6A4E2-912C-4591-BB4E-F95CA3857702}" destId="{DD844099-09D9-4176-9D09-04DC8634D869}" srcOrd="1" destOrd="0" parTransId="{F068B28B-CE8F-4A46-A7AE-1F7838100E3C}" sibTransId="{EC571630-960C-4F39-9324-566494290F15}"/>
    <dgm:cxn modelId="{4E2CDC95-D5EE-4DA0-9D0E-4772F2D9BB37}" srcId="{BFA6A4E2-912C-4591-BB4E-F95CA3857702}" destId="{D3A90378-A1E5-40B8-AF59-7238D192FF39}" srcOrd="0" destOrd="0" parTransId="{90C99A7A-82F0-40A4-B517-385E2F6ABA77}" sibTransId="{6E59B61C-BED4-48D9-97D5-DD1C0526A682}"/>
    <dgm:cxn modelId="{B57E04AA-4EB0-48E9-B1E2-E360102AEC80}" srcId="{BFA6A4E2-912C-4591-BB4E-F95CA3857702}" destId="{C2760C52-BA17-481B-B990-64CA39382A85}" srcOrd="3" destOrd="0" parTransId="{953FDAD6-1243-47A2-8FCD-30F8326D9707}" sibTransId="{8614DB98-61B4-4059-9EB1-AA88059C3409}"/>
    <dgm:cxn modelId="{3750EDB8-D291-49FE-85AB-9BC11122D2E1}" type="presOf" srcId="{A59E1F80-2579-405C-8E1B-E755366AC1CA}" destId="{A2E01365-6E26-40CE-80C4-551C1E26459E}" srcOrd="0" destOrd="0" presId="urn:microsoft.com/office/officeart/2018/5/layout/IconLeafLabelList"/>
    <dgm:cxn modelId="{3D6743B9-1833-42C2-8264-370A8D6D73EA}" type="presOf" srcId="{C2760C52-BA17-481B-B990-64CA39382A85}" destId="{416B4E3C-E3B1-40FD-99B5-8458F3238C8A}" srcOrd="0" destOrd="0" presId="urn:microsoft.com/office/officeart/2018/5/layout/IconLeafLabelList"/>
    <dgm:cxn modelId="{7050DADE-2397-4F0E-8163-6E5FF2CA25B4}" srcId="{BFA6A4E2-912C-4591-BB4E-F95CA3857702}" destId="{1D88291D-2066-41AA-83F2-C95E9A97D00A}" srcOrd="4" destOrd="0" parTransId="{05041D50-A712-4684-BC7B-05462493B2A0}" sibTransId="{E38640AB-D783-4DB0-B6A9-9AA6DA809296}"/>
    <dgm:cxn modelId="{AD8B8CE7-C20F-4334-ABEB-C7C624A1C5FA}" type="presOf" srcId="{1D88291D-2066-41AA-83F2-C95E9A97D00A}" destId="{7EE269EF-7E38-4A21-98A9-338507085687}" srcOrd="0" destOrd="0" presId="urn:microsoft.com/office/officeart/2018/5/layout/IconLeafLabelList"/>
    <dgm:cxn modelId="{BB7B8AE9-5CCB-41B2-883C-86A8DB8EBCC8}" type="presOf" srcId="{DD844099-09D9-4176-9D09-04DC8634D869}" destId="{D8ADCAA9-FC51-4EF4-9FF7-67F32462255F}" srcOrd="0" destOrd="0" presId="urn:microsoft.com/office/officeart/2018/5/layout/IconLeafLabelList"/>
    <dgm:cxn modelId="{04B0A999-B275-4B86-B776-BA5E5DB2BEF5}" type="presParOf" srcId="{FB41830B-D528-4EF1-992C-56941B20706C}" destId="{61A486D0-BD1D-43C9-8C0D-32381BAC4B0D}" srcOrd="0" destOrd="0" presId="urn:microsoft.com/office/officeart/2018/5/layout/IconLeafLabelList"/>
    <dgm:cxn modelId="{5308D822-A628-4209-B733-BF9132780400}" type="presParOf" srcId="{61A486D0-BD1D-43C9-8C0D-32381BAC4B0D}" destId="{A366D388-5187-4B83-91E0-6E344AB43643}" srcOrd="0" destOrd="0" presId="urn:microsoft.com/office/officeart/2018/5/layout/IconLeafLabelList"/>
    <dgm:cxn modelId="{B5DBEA96-5E9A-409A-B977-68839A7554DF}" type="presParOf" srcId="{61A486D0-BD1D-43C9-8C0D-32381BAC4B0D}" destId="{A51A27D5-074B-4463-AA5F-C91BAD0101FC}" srcOrd="1" destOrd="0" presId="urn:microsoft.com/office/officeart/2018/5/layout/IconLeafLabelList"/>
    <dgm:cxn modelId="{6B1DC7B1-4C65-4BF7-8989-C56F2E0AE013}" type="presParOf" srcId="{61A486D0-BD1D-43C9-8C0D-32381BAC4B0D}" destId="{6B2853A1-4BF8-4E9F-B8E6-6704AEFC8C61}" srcOrd="2" destOrd="0" presId="urn:microsoft.com/office/officeart/2018/5/layout/IconLeafLabelList"/>
    <dgm:cxn modelId="{BC85A9A9-C469-404A-87AE-4DA274453FDC}" type="presParOf" srcId="{61A486D0-BD1D-43C9-8C0D-32381BAC4B0D}" destId="{4B691EFD-B269-4CA7-932D-6797DB9C8247}" srcOrd="3" destOrd="0" presId="urn:microsoft.com/office/officeart/2018/5/layout/IconLeafLabelList"/>
    <dgm:cxn modelId="{644D9D2B-9490-4FB8-AF34-BFAF0FBCD3B9}" type="presParOf" srcId="{FB41830B-D528-4EF1-992C-56941B20706C}" destId="{56A774B7-9CEF-4AB7-AEA5-3801362948B7}" srcOrd="1" destOrd="0" presId="urn:microsoft.com/office/officeart/2018/5/layout/IconLeafLabelList"/>
    <dgm:cxn modelId="{2310D54A-F3E3-4706-A0B3-CCA4C81D7B45}" type="presParOf" srcId="{FB41830B-D528-4EF1-992C-56941B20706C}" destId="{7756E9F3-F9CD-4306-8BE5-744416E437A0}" srcOrd="2" destOrd="0" presId="urn:microsoft.com/office/officeart/2018/5/layout/IconLeafLabelList"/>
    <dgm:cxn modelId="{4BD13A07-C840-4A05-9A7D-893DEF233798}" type="presParOf" srcId="{7756E9F3-F9CD-4306-8BE5-744416E437A0}" destId="{98EA8074-91BA-4F37-8400-281BAC8B85AC}" srcOrd="0" destOrd="0" presId="urn:microsoft.com/office/officeart/2018/5/layout/IconLeafLabelList"/>
    <dgm:cxn modelId="{5C98E9F1-5731-412A-AACD-F026A31E0690}" type="presParOf" srcId="{7756E9F3-F9CD-4306-8BE5-744416E437A0}" destId="{BCC39ADA-0AE6-4A74-86AE-7B5DCFA5AF06}" srcOrd="1" destOrd="0" presId="urn:microsoft.com/office/officeart/2018/5/layout/IconLeafLabelList"/>
    <dgm:cxn modelId="{F7114CB4-C5C9-4B66-8196-8F37C1453A35}" type="presParOf" srcId="{7756E9F3-F9CD-4306-8BE5-744416E437A0}" destId="{D40D94F4-905E-457A-A475-08862384F6D6}" srcOrd="2" destOrd="0" presId="urn:microsoft.com/office/officeart/2018/5/layout/IconLeafLabelList"/>
    <dgm:cxn modelId="{733ADD85-34A8-4720-927C-C8305E5CE12E}" type="presParOf" srcId="{7756E9F3-F9CD-4306-8BE5-744416E437A0}" destId="{D8ADCAA9-FC51-4EF4-9FF7-67F32462255F}" srcOrd="3" destOrd="0" presId="urn:microsoft.com/office/officeart/2018/5/layout/IconLeafLabelList"/>
    <dgm:cxn modelId="{4D496393-6A95-411C-B0CA-2D0CB7CB9D9A}" type="presParOf" srcId="{FB41830B-D528-4EF1-992C-56941B20706C}" destId="{3CB78F99-D930-4AE3-9678-60B8C8AEB5FE}" srcOrd="3" destOrd="0" presId="urn:microsoft.com/office/officeart/2018/5/layout/IconLeafLabelList"/>
    <dgm:cxn modelId="{E72F0180-789E-4B62-9AFD-A0E26F705E4C}" type="presParOf" srcId="{FB41830B-D528-4EF1-992C-56941B20706C}" destId="{D78A3DBB-82E5-490C-B301-0D08000AC7A3}" srcOrd="4" destOrd="0" presId="urn:microsoft.com/office/officeart/2018/5/layout/IconLeafLabelList"/>
    <dgm:cxn modelId="{AFB51A2E-4158-4B13-8BCA-E2D2FA6E08DB}" type="presParOf" srcId="{D78A3DBB-82E5-490C-B301-0D08000AC7A3}" destId="{7CE07CC9-08F1-4CF6-BE07-714FC2703C80}" srcOrd="0" destOrd="0" presId="urn:microsoft.com/office/officeart/2018/5/layout/IconLeafLabelList"/>
    <dgm:cxn modelId="{528D86D6-F3D0-4873-967E-BAA7321A4BE4}" type="presParOf" srcId="{D78A3DBB-82E5-490C-B301-0D08000AC7A3}" destId="{703D2A3C-1CDD-46B0-8269-0384BEACC37F}" srcOrd="1" destOrd="0" presId="urn:microsoft.com/office/officeart/2018/5/layout/IconLeafLabelList"/>
    <dgm:cxn modelId="{CA33DAFE-88C0-438D-8396-8C8443E1C0F8}" type="presParOf" srcId="{D78A3DBB-82E5-490C-B301-0D08000AC7A3}" destId="{603CB7F2-C4DB-4E4E-B86C-6F1C40BDC9E8}" srcOrd="2" destOrd="0" presId="urn:microsoft.com/office/officeart/2018/5/layout/IconLeafLabelList"/>
    <dgm:cxn modelId="{BF93BCF0-49EF-4AE6-AA94-F416AA01068C}" type="presParOf" srcId="{D78A3DBB-82E5-490C-B301-0D08000AC7A3}" destId="{A2E01365-6E26-40CE-80C4-551C1E26459E}" srcOrd="3" destOrd="0" presId="urn:microsoft.com/office/officeart/2018/5/layout/IconLeafLabelList"/>
    <dgm:cxn modelId="{3DA44515-7C17-428F-BD61-9631E67633FC}" type="presParOf" srcId="{FB41830B-D528-4EF1-992C-56941B20706C}" destId="{A6050820-2AE8-4C1E-8B45-06C1F9A7A36F}" srcOrd="5" destOrd="0" presId="urn:microsoft.com/office/officeart/2018/5/layout/IconLeafLabelList"/>
    <dgm:cxn modelId="{710906B0-F142-4E2D-8FEF-7DE14B3358FE}" type="presParOf" srcId="{FB41830B-D528-4EF1-992C-56941B20706C}" destId="{FC8EC8C0-E71B-464F-922E-C5B89B1A8231}" srcOrd="6" destOrd="0" presId="urn:microsoft.com/office/officeart/2018/5/layout/IconLeafLabelList"/>
    <dgm:cxn modelId="{50D1CB82-A52B-42EC-8EF2-08DF253D2B6D}" type="presParOf" srcId="{FC8EC8C0-E71B-464F-922E-C5B89B1A8231}" destId="{93511C22-D1BE-4E6A-A774-854639220357}" srcOrd="0" destOrd="0" presId="urn:microsoft.com/office/officeart/2018/5/layout/IconLeafLabelList"/>
    <dgm:cxn modelId="{189F0537-5906-4D17-BD11-67D354044721}" type="presParOf" srcId="{FC8EC8C0-E71B-464F-922E-C5B89B1A8231}" destId="{E7C25ED2-8DE3-491B-9855-23F6F91ECE47}" srcOrd="1" destOrd="0" presId="urn:microsoft.com/office/officeart/2018/5/layout/IconLeafLabelList"/>
    <dgm:cxn modelId="{B601130C-0A44-45D6-B738-314410F9DE4C}" type="presParOf" srcId="{FC8EC8C0-E71B-464F-922E-C5B89B1A8231}" destId="{AE279F2E-8592-4BD7-9CC6-4696C1198298}" srcOrd="2" destOrd="0" presId="urn:microsoft.com/office/officeart/2018/5/layout/IconLeafLabelList"/>
    <dgm:cxn modelId="{E44CE9C3-34B5-4542-BA94-2EAB076253FC}" type="presParOf" srcId="{FC8EC8C0-E71B-464F-922E-C5B89B1A8231}" destId="{416B4E3C-E3B1-40FD-99B5-8458F3238C8A}" srcOrd="3" destOrd="0" presId="urn:microsoft.com/office/officeart/2018/5/layout/IconLeafLabelList"/>
    <dgm:cxn modelId="{E215FAD4-EF92-48BE-809F-07781C0E2009}" type="presParOf" srcId="{FB41830B-D528-4EF1-992C-56941B20706C}" destId="{6FE06377-0D57-45A7-B6CD-8A7DD547A58E}" srcOrd="7" destOrd="0" presId="urn:microsoft.com/office/officeart/2018/5/layout/IconLeafLabelList"/>
    <dgm:cxn modelId="{2E7F0B4F-E58A-4A18-9264-A9F6D0C94E7F}" type="presParOf" srcId="{FB41830B-D528-4EF1-992C-56941B20706C}" destId="{3A3C9431-5B72-4FD3-9B99-9774F8C7BA6C}" srcOrd="8" destOrd="0" presId="urn:microsoft.com/office/officeart/2018/5/layout/IconLeafLabelList"/>
    <dgm:cxn modelId="{D68A2254-2CCA-426E-A35C-5711BEDA8987}" type="presParOf" srcId="{3A3C9431-5B72-4FD3-9B99-9774F8C7BA6C}" destId="{12F373DD-BC05-4BB2-82BA-547BFC3FF142}" srcOrd="0" destOrd="0" presId="urn:microsoft.com/office/officeart/2018/5/layout/IconLeafLabelList"/>
    <dgm:cxn modelId="{1541AA7B-A46C-4C6A-B8F9-78C20A68FAA4}" type="presParOf" srcId="{3A3C9431-5B72-4FD3-9B99-9774F8C7BA6C}" destId="{63C6E861-CCF9-4923-BCC7-D8AE8240310A}" srcOrd="1" destOrd="0" presId="urn:microsoft.com/office/officeart/2018/5/layout/IconLeafLabelList"/>
    <dgm:cxn modelId="{90285483-2150-44CC-A1B6-D17806F20291}" type="presParOf" srcId="{3A3C9431-5B72-4FD3-9B99-9774F8C7BA6C}" destId="{BC8D8005-5109-42A3-9898-D9DFDFD950AE}" srcOrd="2" destOrd="0" presId="urn:microsoft.com/office/officeart/2018/5/layout/IconLeafLabelList"/>
    <dgm:cxn modelId="{E560CA20-9164-4EF5-BFAF-B0F3AEB5119A}" type="presParOf" srcId="{3A3C9431-5B72-4FD3-9B99-9774F8C7BA6C}" destId="{7EE269EF-7E38-4A21-98A9-338507085687}"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1E735D5-5811-428D-849B-B6A1DD4CE6BF}"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F59C11C5-C8EA-4953-BDB5-CAF202EA9129}">
      <dgm:prSet custT="1"/>
      <dgm:spPr/>
      <dgm:t>
        <a:bodyPr/>
        <a:lstStyle/>
        <a:p>
          <a:pPr>
            <a:lnSpc>
              <a:spcPct val="100000"/>
            </a:lnSpc>
          </a:pPr>
          <a:r>
            <a:rPr lang="en-US" sz="1800" dirty="0"/>
            <a:t>Allow users to dynamically switch which dimensions or measures are displayed in visuals</a:t>
          </a:r>
        </a:p>
      </dgm:t>
    </dgm:pt>
    <dgm:pt modelId="{1640053C-D258-4AF8-B4E4-BC7772ECF753}" type="parTrans" cxnId="{AC8093FA-63DA-425B-9B56-033065BCECD0}">
      <dgm:prSet/>
      <dgm:spPr/>
      <dgm:t>
        <a:bodyPr/>
        <a:lstStyle/>
        <a:p>
          <a:endParaRPr lang="en-US"/>
        </a:p>
      </dgm:t>
    </dgm:pt>
    <dgm:pt modelId="{0907E988-5497-4BB9-A280-9C23A87240D8}" type="sibTrans" cxnId="{AC8093FA-63DA-425B-9B56-033065BCECD0}">
      <dgm:prSet/>
      <dgm:spPr/>
      <dgm:t>
        <a:bodyPr/>
        <a:lstStyle/>
        <a:p>
          <a:endParaRPr lang="en-US"/>
        </a:p>
      </dgm:t>
    </dgm:pt>
    <dgm:pt modelId="{3F9C9AF5-D01A-412C-9F02-87E9003DB3E2}">
      <dgm:prSet phldrT="[Text]" custT="1"/>
      <dgm:spPr/>
      <dgm:t>
        <a:bodyPr/>
        <a:lstStyle/>
        <a:p>
          <a:pPr>
            <a:lnSpc>
              <a:spcPct val="100000"/>
            </a:lnSpc>
          </a:pPr>
          <a:r>
            <a:rPr lang="en-US" sz="1800" dirty="0"/>
            <a:t>Allow users to group measures so they can toggle displayed columns</a:t>
          </a:r>
        </a:p>
      </dgm:t>
    </dgm:pt>
    <dgm:pt modelId="{7F32FDA9-0B8B-46CA-A929-B8F186D016C5}" type="parTrans" cxnId="{AF6C74E3-6AAC-4240-8C87-956E719BB066}">
      <dgm:prSet/>
      <dgm:spPr/>
      <dgm:t>
        <a:bodyPr/>
        <a:lstStyle/>
        <a:p>
          <a:endParaRPr lang="en-US"/>
        </a:p>
      </dgm:t>
    </dgm:pt>
    <dgm:pt modelId="{7F2D458A-4C65-47D5-88CF-E1DC542074B6}" type="sibTrans" cxnId="{AF6C74E3-6AAC-4240-8C87-956E719BB066}">
      <dgm:prSet/>
      <dgm:spPr/>
      <dgm:t>
        <a:bodyPr/>
        <a:lstStyle/>
        <a:p>
          <a:endParaRPr lang="en-US"/>
        </a:p>
      </dgm:t>
    </dgm:pt>
    <dgm:pt modelId="{28267B82-0783-468D-BD68-A1A614C283CB}" type="pres">
      <dgm:prSet presAssocID="{F1E735D5-5811-428D-849B-B6A1DD4CE6BF}" presName="root" presStyleCnt="0">
        <dgm:presLayoutVars>
          <dgm:dir/>
          <dgm:resizeHandles val="exact"/>
        </dgm:presLayoutVars>
      </dgm:prSet>
      <dgm:spPr/>
    </dgm:pt>
    <dgm:pt modelId="{B79B42D9-F344-4A7E-A563-7AE8252FBFBE}" type="pres">
      <dgm:prSet presAssocID="{F59C11C5-C8EA-4953-BDB5-CAF202EA9129}" presName="compNode" presStyleCnt="0"/>
      <dgm:spPr/>
    </dgm:pt>
    <dgm:pt modelId="{F8CB7DB8-1A1C-48BF-968B-A989A0330683}" type="pres">
      <dgm:prSet presAssocID="{F59C11C5-C8EA-4953-BDB5-CAF202EA9129}" presName="iconRect" presStyleLbl="node1" presStyleIdx="0" presStyleCnt="2" custScaleX="138759" custScaleY="138759"/>
      <dgm:spPr>
        <a:blipFill>
          <a:blip xmlns:r="http://schemas.openxmlformats.org/officeDocument/2006/relationships" r:embed="rId1"/>
          <a:srcRect/>
          <a:stretch>
            <a:fillRect t="-4000" b="-4000"/>
          </a:stretch>
        </a:blipFill>
        <a:ln>
          <a:noFill/>
        </a:ln>
      </dgm:spPr>
    </dgm:pt>
    <dgm:pt modelId="{4B4CD78C-3C57-4711-8EE4-1FEB0B92618D}" type="pres">
      <dgm:prSet presAssocID="{F59C11C5-C8EA-4953-BDB5-CAF202EA9129}" presName="spaceRect" presStyleCnt="0"/>
      <dgm:spPr/>
    </dgm:pt>
    <dgm:pt modelId="{5A9515F9-AB49-4937-B666-0A4950981ED7}" type="pres">
      <dgm:prSet presAssocID="{F59C11C5-C8EA-4953-BDB5-CAF202EA9129}" presName="textRect" presStyleLbl="revTx" presStyleIdx="0" presStyleCnt="2" custScaleX="118533">
        <dgm:presLayoutVars>
          <dgm:chMax val="1"/>
          <dgm:chPref val="1"/>
        </dgm:presLayoutVars>
      </dgm:prSet>
      <dgm:spPr/>
    </dgm:pt>
    <dgm:pt modelId="{E9406717-7B1A-4DB9-A5B8-C0F91FC44008}" type="pres">
      <dgm:prSet presAssocID="{0907E988-5497-4BB9-A280-9C23A87240D8}" presName="sibTrans" presStyleCnt="0"/>
      <dgm:spPr/>
    </dgm:pt>
    <dgm:pt modelId="{E29B2F2F-CCEF-42EE-AA1E-92A2616214A8}" type="pres">
      <dgm:prSet presAssocID="{3F9C9AF5-D01A-412C-9F02-87E9003DB3E2}" presName="compNode" presStyleCnt="0"/>
      <dgm:spPr/>
    </dgm:pt>
    <dgm:pt modelId="{F96959D0-7EE5-48BB-A1E2-BB9A302BA209}" type="pres">
      <dgm:prSet presAssocID="{3F9C9AF5-D01A-412C-9F02-87E9003DB3E2}" presName="iconRect" presStyleLbl="node1" presStyleIdx="1" presStyleCnt="2" custScaleX="138759" custScaleY="138759"/>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Social network with solid fill"/>
        </a:ext>
      </dgm:extLst>
    </dgm:pt>
    <dgm:pt modelId="{A863E63D-2C48-483B-A7B1-0AD026CE384D}" type="pres">
      <dgm:prSet presAssocID="{3F9C9AF5-D01A-412C-9F02-87E9003DB3E2}" presName="spaceRect" presStyleCnt="0"/>
      <dgm:spPr/>
    </dgm:pt>
    <dgm:pt modelId="{A8BFB3C8-08A9-4E31-BB31-3861B45454B8}" type="pres">
      <dgm:prSet presAssocID="{3F9C9AF5-D01A-412C-9F02-87E9003DB3E2}" presName="textRect" presStyleLbl="revTx" presStyleIdx="1" presStyleCnt="2" custScaleX="120734">
        <dgm:presLayoutVars>
          <dgm:chMax val="1"/>
          <dgm:chPref val="1"/>
        </dgm:presLayoutVars>
      </dgm:prSet>
      <dgm:spPr/>
    </dgm:pt>
  </dgm:ptLst>
  <dgm:cxnLst>
    <dgm:cxn modelId="{76AB3C14-480F-48F3-AEAE-D5DF76D0AE46}" type="presOf" srcId="{F59C11C5-C8EA-4953-BDB5-CAF202EA9129}" destId="{5A9515F9-AB49-4937-B666-0A4950981ED7}" srcOrd="0" destOrd="0" presId="urn:microsoft.com/office/officeart/2018/2/layout/IconLabelList"/>
    <dgm:cxn modelId="{85A196C1-BF15-4C25-B21E-29B04774FEF8}" type="presOf" srcId="{3F9C9AF5-D01A-412C-9F02-87E9003DB3E2}" destId="{A8BFB3C8-08A9-4E31-BB31-3861B45454B8}" srcOrd="0" destOrd="0" presId="urn:microsoft.com/office/officeart/2018/2/layout/IconLabelList"/>
    <dgm:cxn modelId="{7BED66CB-7F1F-4D57-A908-AE99C53E94C8}" type="presOf" srcId="{F1E735D5-5811-428D-849B-B6A1DD4CE6BF}" destId="{28267B82-0783-468D-BD68-A1A614C283CB}" srcOrd="0" destOrd="0" presId="urn:microsoft.com/office/officeart/2018/2/layout/IconLabelList"/>
    <dgm:cxn modelId="{AF6C74E3-6AAC-4240-8C87-956E719BB066}" srcId="{F1E735D5-5811-428D-849B-B6A1DD4CE6BF}" destId="{3F9C9AF5-D01A-412C-9F02-87E9003DB3E2}" srcOrd="1" destOrd="0" parTransId="{7F32FDA9-0B8B-46CA-A929-B8F186D016C5}" sibTransId="{7F2D458A-4C65-47D5-88CF-E1DC542074B6}"/>
    <dgm:cxn modelId="{AC8093FA-63DA-425B-9B56-033065BCECD0}" srcId="{F1E735D5-5811-428D-849B-B6A1DD4CE6BF}" destId="{F59C11C5-C8EA-4953-BDB5-CAF202EA9129}" srcOrd="0" destOrd="0" parTransId="{1640053C-D258-4AF8-B4E4-BC7772ECF753}" sibTransId="{0907E988-5497-4BB9-A280-9C23A87240D8}"/>
    <dgm:cxn modelId="{BF60D394-703B-4EF0-A737-5B8518941F90}" type="presParOf" srcId="{28267B82-0783-468D-BD68-A1A614C283CB}" destId="{B79B42D9-F344-4A7E-A563-7AE8252FBFBE}" srcOrd="0" destOrd="0" presId="urn:microsoft.com/office/officeart/2018/2/layout/IconLabelList"/>
    <dgm:cxn modelId="{2C755A8C-18C4-448F-98CE-A99F45CA7261}" type="presParOf" srcId="{B79B42D9-F344-4A7E-A563-7AE8252FBFBE}" destId="{F8CB7DB8-1A1C-48BF-968B-A989A0330683}" srcOrd="0" destOrd="0" presId="urn:microsoft.com/office/officeart/2018/2/layout/IconLabelList"/>
    <dgm:cxn modelId="{7BE35CFD-B5B5-4684-9188-9FFF2477FDAC}" type="presParOf" srcId="{B79B42D9-F344-4A7E-A563-7AE8252FBFBE}" destId="{4B4CD78C-3C57-4711-8EE4-1FEB0B92618D}" srcOrd="1" destOrd="0" presId="urn:microsoft.com/office/officeart/2018/2/layout/IconLabelList"/>
    <dgm:cxn modelId="{D743DBF3-1E89-4C34-8E5F-ABB967A76CBA}" type="presParOf" srcId="{B79B42D9-F344-4A7E-A563-7AE8252FBFBE}" destId="{5A9515F9-AB49-4937-B666-0A4950981ED7}" srcOrd="2" destOrd="0" presId="urn:microsoft.com/office/officeart/2018/2/layout/IconLabelList"/>
    <dgm:cxn modelId="{F122F681-124E-490E-9823-42AAF160BA72}" type="presParOf" srcId="{28267B82-0783-468D-BD68-A1A614C283CB}" destId="{E9406717-7B1A-4DB9-A5B8-C0F91FC44008}" srcOrd="1" destOrd="0" presId="urn:microsoft.com/office/officeart/2018/2/layout/IconLabelList"/>
    <dgm:cxn modelId="{515E637E-0562-413B-BA5F-B7BF02FEC535}" type="presParOf" srcId="{28267B82-0783-468D-BD68-A1A614C283CB}" destId="{E29B2F2F-CCEF-42EE-AA1E-92A2616214A8}" srcOrd="2" destOrd="0" presId="urn:microsoft.com/office/officeart/2018/2/layout/IconLabelList"/>
    <dgm:cxn modelId="{EAA91E8A-6B53-41D6-A4D0-D6C5B27EA8B1}" type="presParOf" srcId="{E29B2F2F-CCEF-42EE-AA1E-92A2616214A8}" destId="{F96959D0-7EE5-48BB-A1E2-BB9A302BA209}" srcOrd="0" destOrd="0" presId="urn:microsoft.com/office/officeart/2018/2/layout/IconLabelList"/>
    <dgm:cxn modelId="{5DE7988F-4365-4AC2-A7AA-F6DF246991DC}" type="presParOf" srcId="{E29B2F2F-CCEF-42EE-AA1E-92A2616214A8}" destId="{A863E63D-2C48-483B-A7B1-0AD026CE384D}" srcOrd="1" destOrd="0" presId="urn:microsoft.com/office/officeart/2018/2/layout/IconLabelList"/>
    <dgm:cxn modelId="{ECF2D707-D4A5-4FE2-B418-5FDB0E9D4237}" type="presParOf" srcId="{E29B2F2F-CCEF-42EE-AA1E-92A2616214A8}" destId="{A8BFB3C8-08A9-4E31-BB31-3861B45454B8}"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8999FE2-5F44-40E9-982E-ED93A9B40244}"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CCCB549D-113D-46F2-8F87-F99B22E63B75}">
      <dgm:prSet/>
      <dgm:spPr/>
      <dgm:t>
        <a:bodyPr/>
        <a:lstStyle/>
        <a:p>
          <a:pPr>
            <a:lnSpc>
              <a:spcPct val="100000"/>
            </a:lnSpc>
            <a:defRPr cap="all"/>
          </a:pPr>
          <a:r>
            <a:rPr lang="en-US" b="1" dirty="0"/>
            <a:t>Self-service analysis</a:t>
          </a:r>
          <a:endParaRPr lang="en-US" dirty="0"/>
        </a:p>
      </dgm:t>
    </dgm:pt>
    <dgm:pt modelId="{13167BEA-4ECD-40B0-AC43-17E5970FB235}" type="parTrans" cxnId="{870115C3-9CED-48FC-AB45-A0E3E42A8ABE}">
      <dgm:prSet/>
      <dgm:spPr/>
      <dgm:t>
        <a:bodyPr/>
        <a:lstStyle/>
        <a:p>
          <a:endParaRPr lang="en-US"/>
        </a:p>
      </dgm:t>
    </dgm:pt>
    <dgm:pt modelId="{5FEFAFFD-2311-4DC2-8FF4-08ECFD377644}" type="sibTrans" cxnId="{870115C3-9CED-48FC-AB45-A0E3E42A8ABE}">
      <dgm:prSet/>
      <dgm:spPr/>
      <dgm:t>
        <a:bodyPr/>
        <a:lstStyle/>
        <a:p>
          <a:endParaRPr lang="en-US"/>
        </a:p>
      </dgm:t>
    </dgm:pt>
    <dgm:pt modelId="{3A578032-D2B0-4A3D-BE61-1EECCCCCA69A}">
      <dgm:prSet/>
      <dgm:spPr/>
      <dgm:t>
        <a:bodyPr/>
        <a:lstStyle/>
        <a:p>
          <a:pPr>
            <a:lnSpc>
              <a:spcPct val="100000"/>
            </a:lnSpc>
            <a:defRPr cap="all"/>
          </a:pPr>
          <a:r>
            <a:rPr lang="en-US" b="1" dirty="0"/>
            <a:t>Greater report flexibility</a:t>
          </a:r>
          <a:r>
            <a:rPr lang="en-US" dirty="0"/>
            <a:t> </a:t>
          </a:r>
        </a:p>
      </dgm:t>
    </dgm:pt>
    <dgm:pt modelId="{41B9BABE-B93B-4659-B25D-BBBA40310AEA}" type="parTrans" cxnId="{22B2AA01-F4D9-4869-819A-2C0DFF16C3D4}">
      <dgm:prSet/>
      <dgm:spPr/>
      <dgm:t>
        <a:bodyPr/>
        <a:lstStyle/>
        <a:p>
          <a:endParaRPr lang="en-US"/>
        </a:p>
      </dgm:t>
    </dgm:pt>
    <dgm:pt modelId="{D64F8E85-3AAD-4895-8A51-84B20430A22F}" type="sibTrans" cxnId="{22B2AA01-F4D9-4869-819A-2C0DFF16C3D4}">
      <dgm:prSet/>
      <dgm:spPr/>
      <dgm:t>
        <a:bodyPr/>
        <a:lstStyle/>
        <a:p>
          <a:endParaRPr lang="en-US"/>
        </a:p>
      </dgm:t>
    </dgm:pt>
    <dgm:pt modelId="{CCC397A0-3DF5-442A-B32D-D34C63D19D14}">
      <dgm:prSet/>
      <dgm:spPr/>
      <dgm:t>
        <a:bodyPr/>
        <a:lstStyle/>
        <a:p>
          <a:pPr>
            <a:lnSpc>
              <a:spcPct val="100000"/>
            </a:lnSpc>
            <a:defRPr cap="all"/>
          </a:pPr>
          <a:r>
            <a:rPr lang="en-US" b="1" dirty="0"/>
            <a:t>Consistent user experience</a:t>
          </a:r>
          <a:r>
            <a:rPr lang="en-US" dirty="0"/>
            <a:t> </a:t>
          </a:r>
        </a:p>
      </dgm:t>
    </dgm:pt>
    <dgm:pt modelId="{8D21C89A-B0EA-4ACD-AE07-B1045C1E4587}" type="parTrans" cxnId="{EE0E851C-BAC3-4748-A8B2-51F038990136}">
      <dgm:prSet/>
      <dgm:spPr/>
      <dgm:t>
        <a:bodyPr/>
        <a:lstStyle/>
        <a:p>
          <a:endParaRPr lang="en-US"/>
        </a:p>
      </dgm:t>
    </dgm:pt>
    <dgm:pt modelId="{ED451163-CC18-41BD-847E-DCB881D42320}" type="sibTrans" cxnId="{EE0E851C-BAC3-4748-A8B2-51F038990136}">
      <dgm:prSet/>
      <dgm:spPr/>
      <dgm:t>
        <a:bodyPr/>
        <a:lstStyle/>
        <a:p>
          <a:endParaRPr lang="en-US"/>
        </a:p>
      </dgm:t>
    </dgm:pt>
    <dgm:pt modelId="{4B661432-18C7-41ED-A6F6-A018B3A080E4}">
      <dgm:prSet phldrT="[Text]"/>
      <dgm:spPr/>
      <dgm:t>
        <a:bodyPr/>
        <a:lstStyle/>
        <a:p>
          <a:pPr>
            <a:lnSpc>
              <a:spcPct val="100000"/>
            </a:lnSpc>
            <a:defRPr cap="all"/>
          </a:pPr>
          <a:r>
            <a:rPr lang="en-US" b="1" dirty="0"/>
            <a:t>Scalability</a:t>
          </a:r>
          <a:endParaRPr lang="en-US" dirty="0"/>
        </a:p>
      </dgm:t>
    </dgm:pt>
    <dgm:pt modelId="{3B0312F5-80D6-466A-BADE-FFE0FB4E8119}" type="parTrans" cxnId="{63CBD793-F5C1-4BB7-A5B4-49AB15B6D054}">
      <dgm:prSet/>
      <dgm:spPr/>
      <dgm:t>
        <a:bodyPr/>
        <a:lstStyle/>
        <a:p>
          <a:endParaRPr lang="en-US"/>
        </a:p>
      </dgm:t>
    </dgm:pt>
    <dgm:pt modelId="{6C4AFBCD-54AC-4895-A561-EFE9277A8BB9}" type="sibTrans" cxnId="{63CBD793-F5C1-4BB7-A5B4-49AB15B6D054}">
      <dgm:prSet/>
      <dgm:spPr/>
      <dgm:t>
        <a:bodyPr/>
        <a:lstStyle/>
        <a:p>
          <a:endParaRPr lang="en-US"/>
        </a:p>
      </dgm:t>
    </dgm:pt>
    <dgm:pt modelId="{FBF5FB5C-3B5A-4A7B-9548-D5D51A3C3AB9}">
      <dgm:prSet/>
      <dgm:spPr/>
      <dgm:t>
        <a:bodyPr/>
        <a:lstStyle/>
        <a:p>
          <a:pPr>
            <a:lnSpc>
              <a:spcPct val="100000"/>
            </a:lnSpc>
            <a:defRPr cap="all"/>
          </a:pPr>
          <a:r>
            <a:rPr lang="en-US" b="1" dirty="0"/>
            <a:t>Fewer visuals to maintain</a:t>
          </a:r>
          <a:endParaRPr lang="en-US" dirty="0"/>
        </a:p>
      </dgm:t>
    </dgm:pt>
    <dgm:pt modelId="{AFB1B033-7C43-4A8C-A604-0FF1F7E9F1F1}" type="parTrans" cxnId="{9377342B-C255-4CBA-8312-76B49A89517A}">
      <dgm:prSet/>
      <dgm:spPr/>
      <dgm:t>
        <a:bodyPr/>
        <a:lstStyle/>
        <a:p>
          <a:endParaRPr lang="en-US"/>
        </a:p>
      </dgm:t>
    </dgm:pt>
    <dgm:pt modelId="{C7F3FED3-03AB-45C5-8682-F1696BEC4825}" type="sibTrans" cxnId="{9377342B-C255-4CBA-8312-76B49A89517A}">
      <dgm:prSet/>
      <dgm:spPr/>
      <dgm:t>
        <a:bodyPr/>
        <a:lstStyle/>
        <a:p>
          <a:endParaRPr lang="en-US"/>
        </a:p>
      </dgm:t>
    </dgm:pt>
    <dgm:pt modelId="{4258A12B-6CF5-4C36-8E98-726C470254F1}" type="pres">
      <dgm:prSet presAssocID="{28999FE2-5F44-40E9-982E-ED93A9B40244}" presName="root" presStyleCnt="0">
        <dgm:presLayoutVars>
          <dgm:dir/>
          <dgm:resizeHandles val="exact"/>
        </dgm:presLayoutVars>
      </dgm:prSet>
      <dgm:spPr/>
    </dgm:pt>
    <dgm:pt modelId="{9A5668AE-5F23-4505-9256-6C9FC8E5671E}" type="pres">
      <dgm:prSet presAssocID="{CCCB549D-113D-46F2-8F87-F99B22E63B75}" presName="compNode" presStyleCnt="0"/>
      <dgm:spPr/>
    </dgm:pt>
    <dgm:pt modelId="{8D0E8FE6-90AA-4021-A094-E3B02B21C832}" type="pres">
      <dgm:prSet presAssocID="{CCCB549D-113D-46F2-8F87-F99B22E63B75}" presName="iconBgRect" presStyleLbl="bgShp" presStyleIdx="0" presStyleCnt="5"/>
      <dgm:spPr>
        <a:prstGeom prst="round2DiagRect">
          <a:avLst>
            <a:gd name="adj1" fmla="val 29727"/>
            <a:gd name="adj2" fmla="val 0"/>
          </a:avLst>
        </a:prstGeom>
      </dgm:spPr>
    </dgm:pt>
    <dgm:pt modelId="{F6A12928-57BE-42A6-B1A4-946A214099B8}" type="pres">
      <dgm:prSet presAssocID="{CCCB549D-113D-46F2-8F87-F99B22E63B75}"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Bar chart"/>
        </a:ext>
      </dgm:extLst>
    </dgm:pt>
    <dgm:pt modelId="{0D428FBF-4BC4-44FB-B4D6-5AE304EA91D2}" type="pres">
      <dgm:prSet presAssocID="{CCCB549D-113D-46F2-8F87-F99B22E63B75}" presName="spaceRect" presStyleCnt="0"/>
      <dgm:spPr/>
    </dgm:pt>
    <dgm:pt modelId="{3507853B-9323-459C-A844-2D01198B8BDE}" type="pres">
      <dgm:prSet presAssocID="{CCCB549D-113D-46F2-8F87-F99B22E63B75}" presName="textRect" presStyleLbl="revTx" presStyleIdx="0" presStyleCnt="5">
        <dgm:presLayoutVars>
          <dgm:chMax val="1"/>
          <dgm:chPref val="1"/>
        </dgm:presLayoutVars>
      </dgm:prSet>
      <dgm:spPr/>
    </dgm:pt>
    <dgm:pt modelId="{4C9C8AE0-5590-43A7-8640-55831E4CEE22}" type="pres">
      <dgm:prSet presAssocID="{5FEFAFFD-2311-4DC2-8FF4-08ECFD377644}" presName="sibTrans" presStyleCnt="0"/>
      <dgm:spPr/>
    </dgm:pt>
    <dgm:pt modelId="{1EED4D0B-8558-424F-A2B7-7E6BEAA53A85}" type="pres">
      <dgm:prSet presAssocID="{FBF5FB5C-3B5A-4A7B-9548-D5D51A3C3AB9}" presName="compNode" presStyleCnt="0"/>
      <dgm:spPr/>
    </dgm:pt>
    <dgm:pt modelId="{3ED68D09-5FEF-45F3-B9DE-1107A224B0F5}" type="pres">
      <dgm:prSet presAssocID="{FBF5FB5C-3B5A-4A7B-9548-D5D51A3C3AB9}" presName="iconBgRect" presStyleLbl="bgShp" presStyleIdx="1" presStyleCnt="5" custLinFactNeighborX="-867" custLinFactNeighborY="-398"/>
      <dgm:spPr>
        <a:prstGeom prst="round2DiagRect">
          <a:avLst>
            <a:gd name="adj1" fmla="val 29727"/>
            <a:gd name="adj2" fmla="val 0"/>
          </a:avLst>
        </a:prstGeom>
      </dgm:spPr>
    </dgm:pt>
    <dgm:pt modelId="{977E824F-ADBC-4C61-812F-51F63F0904FB}" type="pres">
      <dgm:prSet presAssocID="{FBF5FB5C-3B5A-4A7B-9548-D5D51A3C3AB9}" presName="iconRect" presStyleLbl="node1" presStyleIdx="1" presStyleCnt="5"/>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Wrench with solid fill"/>
        </a:ext>
      </dgm:extLst>
    </dgm:pt>
    <dgm:pt modelId="{460599BF-9BAA-42EB-A15B-D688445F2BCD}" type="pres">
      <dgm:prSet presAssocID="{FBF5FB5C-3B5A-4A7B-9548-D5D51A3C3AB9}" presName="spaceRect" presStyleCnt="0"/>
      <dgm:spPr/>
    </dgm:pt>
    <dgm:pt modelId="{B206CC3E-F3E1-4716-8E09-D4FC697CD820}" type="pres">
      <dgm:prSet presAssocID="{FBF5FB5C-3B5A-4A7B-9548-D5D51A3C3AB9}" presName="textRect" presStyleLbl="revTx" presStyleIdx="1" presStyleCnt="5">
        <dgm:presLayoutVars>
          <dgm:chMax val="1"/>
          <dgm:chPref val="1"/>
        </dgm:presLayoutVars>
      </dgm:prSet>
      <dgm:spPr/>
    </dgm:pt>
    <dgm:pt modelId="{BEFECDC4-DE1E-4498-B683-604A3F9870A0}" type="pres">
      <dgm:prSet presAssocID="{C7F3FED3-03AB-45C5-8682-F1696BEC4825}" presName="sibTrans" presStyleCnt="0"/>
      <dgm:spPr/>
    </dgm:pt>
    <dgm:pt modelId="{96541036-68D1-406F-857D-53CDDF5D3AB7}" type="pres">
      <dgm:prSet presAssocID="{3A578032-D2B0-4A3D-BE61-1EECCCCCA69A}" presName="compNode" presStyleCnt="0"/>
      <dgm:spPr/>
    </dgm:pt>
    <dgm:pt modelId="{6859F11E-9600-4167-BE3B-BA92819DBA9C}" type="pres">
      <dgm:prSet presAssocID="{3A578032-D2B0-4A3D-BE61-1EECCCCCA69A}" presName="iconBgRect" presStyleLbl="bgShp" presStyleIdx="2" presStyleCnt="5"/>
      <dgm:spPr>
        <a:prstGeom prst="round2DiagRect">
          <a:avLst>
            <a:gd name="adj1" fmla="val 29727"/>
            <a:gd name="adj2" fmla="val 0"/>
          </a:avLst>
        </a:prstGeom>
      </dgm:spPr>
    </dgm:pt>
    <dgm:pt modelId="{63AB8FB1-9A38-47C1-987E-AA789AB9C72D}" type="pres">
      <dgm:prSet presAssocID="{3A578032-D2B0-4A3D-BE61-1EECCCCCA69A}" presName="iconRect" presStyleLbl="node1" presStyleIdx="2" presStyleCnt="5"/>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a:noFill/>
        </a:ln>
      </dgm:spPr>
      <dgm:extLst>
        <a:ext uri="{E40237B7-FDA0-4F09-8148-C483321AD2D9}">
          <dgm14:cNvPr xmlns:dgm14="http://schemas.microsoft.com/office/drawing/2010/diagram" id="0" name="" descr="Yoga with solid fill"/>
        </a:ext>
      </dgm:extLst>
    </dgm:pt>
    <dgm:pt modelId="{0307135F-A0A1-46A8-955B-14735CAC2645}" type="pres">
      <dgm:prSet presAssocID="{3A578032-D2B0-4A3D-BE61-1EECCCCCA69A}" presName="spaceRect" presStyleCnt="0"/>
      <dgm:spPr/>
    </dgm:pt>
    <dgm:pt modelId="{C4FEBA38-904C-4C9A-AB9F-3A791C0E0D52}" type="pres">
      <dgm:prSet presAssocID="{3A578032-D2B0-4A3D-BE61-1EECCCCCA69A}" presName="textRect" presStyleLbl="revTx" presStyleIdx="2" presStyleCnt="5">
        <dgm:presLayoutVars>
          <dgm:chMax val="1"/>
          <dgm:chPref val="1"/>
        </dgm:presLayoutVars>
      </dgm:prSet>
      <dgm:spPr/>
    </dgm:pt>
    <dgm:pt modelId="{406E7949-EFFE-4A01-B351-D61B3A5F5A16}" type="pres">
      <dgm:prSet presAssocID="{D64F8E85-3AAD-4895-8A51-84B20430A22F}" presName="sibTrans" presStyleCnt="0"/>
      <dgm:spPr/>
    </dgm:pt>
    <dgm:pt modelId="{73AEB3B8-5C99-4334-8120-3FE2264BFE65}" type="pres">
      <dgm:prSet presAssocID="{CCC397A0-3DF5-442A-B32D-D34C63D19D14}" presName="compNode" presStyleCnt="0"/>
      <dgm:spPr/>
    </dgm:pt>
    <dgm:pt modelId="{3062F985-3526-43B3-B10B-532DA44DD592}" type="pres">
      <dgm:prSet presAssocID="{CCC397A0-3DF5-442A-B32D-D34C63D19D14}" presName="iconBgRect" presStyleLbl="bgShp" presStyleIdx="3" presStyleCnt="5"/>
      <dgm:spPr>
        <a:prstGeom prst="round2DiagRect">
          <a:avLst>
            <a:gd name="adj1" fmla="val 29727"/>
            <a:gd name="adj2" fmla="val 0"/>
          </a:avLst>
        </a:prstGeom>
      </dgm:spPr>
    </dgm:pt>
    <dgm:pt modelId="{6969E2B1-87A7-4482-A7C5-47F7CF69741F}" type="pres">
      <dgm:prSet presAssocID="{CCC397A0-3DF5-442A-B32D-D34C63D19D14}"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rowser Window"/>
        </a:ext>
      </dgm:extLst>
    </dgm:pt>
    <dgm:pt modelId="{16A95F33-C888-4892-A1F0-2051537DD48E}" type="pres">
      <dgm:prSet presAssocID="{CCC397A0-3DF5-442A-B32D-D34C63D19D14}" presName="spaceRect" presStyleCnt="0"/>
      <dgm:spPr/>
    </dgm:pt>
    <dgm:pt modelId="{0682F90A-7BCE-4310-90BD-A3A4049DE377}" type="pres">
      <dgm:prSet presAssocID="{CCC397A0-3DF5-442A-B32D-D34C63D19D14}" presName="textRect" presStyleLbl="revTx" presStyleIdx="3" presStyleCnt="5">
        <dgm:presLayoutVars>
          <dgm:chMax val="1"/>
          <dgm:chPref val="1"/>
        </dgm:presLayoutVars>
      </dgm:prSet>
      <dgm:spPr/>
    </dgm:pt>
    <dgm:pt modelId="{349E27C8-12BA-4016-A25F-E6E7574A0AC3}" type="pres">
      <dgm:prSet presAssocID="{ED451163-CC18-41BD-847E-DCB881D42320}" presName="sibTrans" presStyleCnt="0"/>
      <dgm:spPr/>
    </dgm:pt>
    <dgm:pt modelId="{13B9074E-DB7D-4635-9DB9-386E968327F9}" type="pres">
      <dgm:prSet presAssocID="{4B661432-18C7-41ED-A6F6-A018B3A080E4}" presName="compNode" presStyleCnt="0"/>
      <dgm:spPr/>
    </dgm:pt>
    <dgm:pt modelId="{CD986303-21D1-4E51-BB15-B86D9EF27FC8}" type="pres">
      <dgm:prSet presAssocID="{4B661432-18C7-41ED-A6F6-A018B3A080E4}" presName="iconBgRect" presStyleLbl="bgShp" presStyleIdx="4" presStyleCnt="5"/>
      <dgm:spPr>
        <a:prstGeom prst="round2DiagRect">
          <a:avLst>
            <a:gd name="adj1" fmla="val 29727"/>
            <a:gd name="adj2" fmla="val 0"/>
          </a:avLst>
        </a:prstGeom>
      </dgm:spPr>
    </dgm:pt>
    <dgm:pt modelId="{30F74011-C893-4BBC-90BC-ED9884BB7C76}" type="pres">
      <dgm:prSet presAssocID="{4B661432-18C7-41ED-A6F6-A018B3A080E4}" presName="iconRect" presStyleLbl="node1" presStyleIdx="4" presStyleCnt="5"/>
      <dgm:spPr>
        <a:blipFill>
          <a:blip xmlns:r="http://schemas.openxmlformats.org/officeDocument/2006/relationships">
            <a:extLst>
              <a:ext uri="{96DAC541-7B7A-43D3-8B79-37D633B846F1}">
                <asvg:svgBlip xmlns:asvg="http://schemas.microsoft.com/office/drawing/2016/SVG/main" r:embed="rId5"/>
              </a:ext>
            </a:extLst>
          </a:blip>
          <a:srcRect/>
          <a:stretch>
            <a:fillRect/>
          </a:stretch>
        </a:blipFill>
      </dgm:spPr>
      <dgm:extLst>
        <a:ext uri="{E40237B7-FDA0-4F09-8148-C483321AD2D9}">
          <dgm14:cNvPr xmlns:dgm14="http://schemas.microsoft.com/office/drawing/2010/diagram" id="0" name="" descr="Ruler with solid fill"/>
        </a:ext>
      </dgm:extLst>
    </dgm:pt>
    <dgm:pt modelId="{2DF53820-C00D-4050-AF3A-AD4C2907990D}" type="pres">
      <dgm:prSet presAssocID="{4B661432-18C7-41ED-A6F6-A018B3A080E4}" presName="spaceRect" presStyleCnt="0"/>
      <dgm:spPr/>
    </dgm:pt>
    <dgm:pt modelId="{C5B8EFB9-62A4-40F6-86C5-69834B68068A}" type="pres">
      <dgm:prSet presAssocID="{4B661432-18C7-41ED-A6F6-A018B3A080E4}" presName="textRect" presStyleLbl="revTx" presStyleIdx="4" presStyleCnt="5">
        <dgm:presLayoutVars>
          <dgm:chMax val="1"/>
          <dgm:chPref val="1"/>
        </dgm:presLayoutVars>
      </dgm:prSet>
      <dgm:spPr/>
    </dgm:pt>
  </dgm:ptLst>
  <dgm:cxnLst>
    <dgm:cxn modelId="{22B2AA01-F4D9-4869-819A-2C0DFF16C3D4}" srcId="{28999FE2-5F44-40E9-982E-ED93A9B40244}" destId="{3A578032-D2B0-4A3D-BE61-1EECCCCCA69A}" srcOrd="2" destOrd="0" parTransId="{41B9BABE-B93B-4659-B25D-BBBA40310AEA}" sibTransId="{D64F8E85-3AAD-4895-8A51-84B20430A22F}"/>
    <dgm:cxn modelId="{1C773012-C41D-4622-8197-083111D56F41}" type="presOf" srcId="{28999FE2-5F44-40E9-982E-ED93A9B40244}" destId="{4258A12B-6CF5-4C36-8E98-726C470254F1}" srcOrd="0" destOrd="0" presId="urn:microsoft.com/office/officeart/2018/5/layout/IconLeafLabelList"/>
    <dgm:cxn modelId="{EE0E851C-BAC3-4748-A8B2-51F038990136}" srcId="{28999FE2-5F44-40E9-982E-ED93A9B40244}" destId="{CCC397A0-3DF5-442A-B32D-D34C63D19D14}" srcOrd="3" destOrd="0" parTransId="{8D21C89A-B0EA-4ACD-AE07-B1045C1E4587}" sibTransId="{ED451163-CC18-41BD-847E-DCB881D42320}"/>
    <dgm:cxn modelId="{9377342B-C255-4CBA-8312-76B49A89517A}" srcId="{28999FE2-5F44-40E9-982E-ED93A9B40244}" destId="{FBF5FB5C-3B5A-4A7B-9548-D5D51A3C3AB9}" srcOrd="1" destOrd="0" parTransId="{AFB1B033-7C43-4A8C-A604-0FF1F7E9F1F1}" sibTransId="{C7F3FED3-03AB-45C5-8682-F1696BEC4825}"/>
    <dgm:cxn modelId="{9EFF183D-E3F3-4ED2-AD78-ACEE117B7FA7}" type="presOf" srcId="{CCC397A0-3DF5-442A-B32D-D34C63D19D14}" destId="{0682F90A-7BCE-4310-90BD-A3A4049DE377}" srcOrd="0" destOrd="0" presId="urn:microsoft.com/office/officeart/2018/5/layout/IconLeafLabelList"/>
    <dgm:cxn modelId="{63CBD793-F5C1-4BB7-A5B4-49AB15B6D054}" srcId="{28999FE2-5F44-40E9-982E-ED93A9B40244}" destId="{4B661432-18C7-41ED-A6F6-A018B3A080E4}" srcOrd="4" destOrd="0" parTransId="{3B0312F5-80D6-466A-BADE-FFE0FB4E8119}" sibTransId="{6C4AFBCD-54AC-4895-A561-EFE9277A8BB9}"/>
    <dgm:cxn modelId="{EA83A3BA-B301-4A65-883B-9BCCF149169F}" type="presOf" srcId="{FBF5FB5C-3B5A-4A7B-9548-D5D51A3C3AB9}" destId="{B206CC3E-F3E1-4716-8E09-D4FC697CD820}" srcOrd="0" destOrd="0" presId="urn:microsoft.com/office/officeart/2018/5/layout/IconLeafLabelList"/>
    <dgm:cxn modelId="{870115C3-9CED-48FC-AB45-A0E3E42A8ABE}" srcId="{28999FE2-5F44-40E9-982E-ED93A9B40244}" destId="{CCCB549D-113D-46F2-8F87-F99B22E63B75}" srcOrd="0" destOrd="0" parTransId="{13167BEA-4ECD-40B0-AC43-17E5970FB235}" sibTransId="{5FEFAFFD-2311-4DC2-8FF4-08ECFD377644}"/>
    <dgm:cxn modelId="{08F3C2DC-7ACD-4E50-9FFD-2C776FB1AD7D}" type="presOf" srcId="{4B661432-18C7-41ED-A6F6-A018B3A080E4}" destId="{C5B8EFB9-62A4-40F6-86C5-69834B68068A}" srcOrd="0" destOrd="0" presId="urn:microsoft.com/office/officeart/2018/5/layout/IconLeafLabelList"/>
    <dgm:cxn modelId="{23E326EC-ABBB-48CA-A7CE-A5BEC2D1FFBA}" type="presOf" srcId="{3A578032-D2B0-4A3D-BE61-1EECCCCCA69A}" destId="{C4FEBA38-904C-4C9A-AB9F-3A791C0E0D52}" srcOrd="0" destOrd="0" presId="urn:microsoft.com/office/officeart/2018/5/layout/IconLeafLabelList"/>
    <dgm:cxn modelId="{D6C41FF7-5B3A-4645-BB87-A700CC428ECF}" type="presOf" srcId="{CCCB549D-113D-46F2-8F87-F99B22E63B75}" destId="{3507853B-9323-459C-A844-2D01198B8BDE}" srcOrd="0" destOrd="0" presId="urn:microsoft.com/office/officeart/2018/5/layout/IconLeafLabelList"/>
    <dgm:cxn modelId="{6518A057-1B8A-40A2-95AD-78B6E8415824}" type="presParOf" srcId="{4258A12B-6CF5-4C36-8E98-726C470254F1}" destId="{9A5668AE-5F23-4505-9256-6C9FC8E5671E}" srcOrd="0" destOrd="0" presId="urn:microsoft.com/office/officeart/2018/5/layout/IconLeafLabelList"/>
    <dgm:cxn modelId="{A8A4BF93-8C61-4638-B3BB-72BFD4AC83FC}" type="presParOf" srcId="{9A5668AE-5F23-4505-9256-6C9FC8E5671E}" destId="{8D0E8FE6-90AA-4021-A094-E3B02B21C832}" srcOrd="0" destOrd="0" presId="urn:microsoft.com/office/officeart/2018/5/layout/IconLeafLabelList"/>
    <dgm:cxn modelId="{E17CFB39-5694-4D94-B18A-2156FD5A9A36}" type="presParOf" srcId="{9A5668AE-5F23-4505-9256-6C9FC8E5671E}" destId="{F6A12928-57BE-42A6-B1A4-946A214099B8}" srcOrd="1" destOrd="0" presId="urn:microsoft.com/office/officeart/2018/5/layout/IconLeafLabelList"/>
    <dgm:cxn modelId="{6C0D8D84-BB56-4BBC-B767-B2CE011E462A}" type="presParOf" srcId="{9A5668AE-5F23-4505-9256-6C9FC8E5671E}" destId="{0D428FBF-4BC4-44FB-B4D6-5AE304EA91D2}" srcOrd="2" destOrd="0" presId="urn:microsoft.com/office/officeart/2018/5/layout/IconLeafLabelList"/>
    <dgm:cxn modelId="{C34708F1-3849-4907-9714-A273B24A341C}" type="presParOf" srcId="{9A5668AE-5F23-4505-9256-6C9FC8E5671E}" destId="{3507853B-9323-459C-A844-2D01198B8BDE}" srcOrd="3" destOrd="0" presId="urn:microsoft.com/office/officeart/2018/5/layout/IconLeafLabelList"/>
    <dgm:cxn modelId="{9D806F3C-6456-486C-9BFA-076197D07FD3}" type="presParOf" srcId="{4258A12B-6CF5-4C36-8E98-726C470254F1}" destId="{4C9C8AE0-5590-43A7-8640-55831E4CEE22}" srcOrd="1" destOrd="0" presId="urn:microsoft.com/office/officeart/2018/5/layout/IconLeafLabelList"/>
    <dgm:cxn modelId="{AA49859B-14CB-43E6-B888-A4CAF8FF5B84}" type="presParOf" srcId="{4258A12B-6CF5-4C36-8E98-726C470254F1}" destId="{1EED4D0B-8558-424F-A2B7-7E6BEAA53A85}" srcOrd="2" destOrd="0" presId="urn:microsoft.com/office/officeart/2018/5/layout/IconLeafLabelList"/>
    <dgm:cxn modelId="{0B68623C-B412-4961-BDC2-975CCDEFDC80}" type="presParOf" srcId="{1EED4D0B-8558-424F-A2B7-7E6BEAA53A85}" destId="{3ED68D09-5FEF-45F3-B9DE-1107A224B0F5}" srcOrd="0" destOrd="0" presId="urn:microsoft.com/office/officeart/2018/5/layout/IconLeafLabelList"/>
    <dgm:cxn modelId="{AF1F75CD-E509-4311-A1E5-7898153C0D37}" type="presParOf" srcId="{1EED4D0B-8558-424F-A2B7-7E6BEAA53A85}" destId="{977E824F-ADBC-4C61-812F-51F63F0904FB}" srcOrd="1" destOrd="0" presId="urn:microsoft.com/office/officeart/2018/5/layout/IconLeafLabelList"/>
    <dgm:cxn modelId="{91AEA18E-F0AD-41B3-8937-CF2FD47195BD}" type="presParOf" srcId="{1EED4D0B-8558-424F-A2B7-7E6BEAA53A85}" destId="{460599BF-9BAA-42EB-A15B-D688445F2BCD}" srcOrd="2" destOrd="0" presId="urn:microsoft.com/office/officeart/2018/5/layout/IconLeafLabelList"/>
    <dgm:cxn modelId="{F5EB835B-AA5C-4FB2-9799-1ADBE63CDCB7}" type="presParOf" srcId="{1EED4D0B-8558-424F-A2B7-7E6BEAA53A85}" destId="{B206CC3E-F3E1-4716-8E09-D4FC697CD820}" srcOrd="3" destOrd="0" presId="urn:microsoft.com/office/officeart/2018/5/layout/IconLeafLabelList"/>
    <dgm:cxn modelId="{5C98E54E-8422-4BC6-A57F-ADF33AC0248F}" type="presParOf" srcId="{4258A12B-6CF5-4C36-8E98-726C470254F1}" destId="{BEFECDC4-DE1E-4498-B683-604A3F9870A0}" srcOrd="3" destOrd="0" presId="urn:microsoft.com/office/officeart/2018/5/layout/IconLeafLabelList"/>
    <dgm:cxn modelId="{F8CCACCA-217C-43A6-BACA-E949EB50C1EE}" type="presParOf" srcId="{4258A12B-6CF5-4C36-8E98-726C470254F1}" destId="{96541036-68D1-406F-857D-53CDDF5D3AB7}" srcOrd="4" destOrd="0" presId="urn:microsoft.com/office/officeart/2018/5/layout/IconLeafLabelList"/>
    <dgm:cxn modelId="{A90C9A14-7897-4594-BAC4-1815AFC27E80}" type="presParOf" srcId="{96541036-68D1-406F-857D-53CDDF5D3AB7}" destId="{6859F11E-9600-4167-BE3B-BA92819DBA9C}" srcOrd="0" destOrd="0" presId="urn:microsoft.com/office/officeart/2018/5/layout/IconLeafLabelList"/>
    <dgm:cxn modelId="{3DE2A7F5-348D-40B2-8C33-33A054CB7075}" type="presParOf" srcId="{96541036-68D1-406F-857D-53CDDF5D3AB7}" destId="{63AB8FB1-9A38-47C1-987E-AA789AB9C72D}" srcOrd="1" destOrd="0" presId="urn:microsoft.com/office/officeart/2018/5/layout/IconLeafLabelList"/>
    <dgm:cxn modelId="{4817E6EE-5143-4B84-8BEF-5BE266D87612}" type="presParOf" srcId="{96541036-68D1-406F-857D-53CDDF5D3AB7}" destId="{0307135F-A0A1-46A8-955B-14735CAC2645}" srcOrd="2" destOrd="0" presId="urn:microsoft.com/office/officeart/2018/5/layout/IconLeafLabelList"/>
    <dgm:cxn modelId="{11AC0A65-1699-4C21-8074-5331CCB52BFE}" type="presParOf" srcId="{96541036-68D1-406F-857D-53CDDF5D3AB7}" destId="{C4FEBA38-904C-4C9A-AB9F-3A791C0E0D52}" srcOrd="3" destOrd="0" presId="urn:microsoft.com/office/officeart/2018/5/layout/IconLeafLabelList"/>
    <dgm:cxn modelId="{6813D7F8-F429-4194-83AE-12DD5A4E31DF}" type="presParOf" srcId="{4258A12B-6CF5-4C36-8E98-726C470254F1}" destId="{406E7949-EFFE-4A01-B351-D61B3A5F5A16}" srcOrd="5" destOrd="0" presId="urn:microsoft.com/office/officeart/2018/5/layout/IconLeafLabelList"/>
    <dgm:cxn modelId="{799447D5-40DC-48BC-9703-FAB41EA7AFEB}" type="presParOf" srcId="{4258A12B-6CF5-4C36-8E98-726C470254F1}" destId="{73AEB3B8-5C99-4334-8120-3FE2264BFE65}" srcOrd="6" destOrd="0" presId="urn:microsoft.com/office/officeart/2018/5/layout/IconLeafLabelList"/>
    <dgm:cxn modelId="{EF2B484E-C90E-4A06-B988-697338628DD8}" type="presParOf" srcId="{73AEB3B8-5C99-4334-8120-3FE2264BFE65}" destId="{3062F985-3526-43B3-B10B-532DA44DD592}" srcOrd="0" destOrd="0" presId="urn:microsoft.com/office/officeart/2018/5/layout/IconLeafLabelList"/>
    <dgm:cxn modelId="{6152993A-70C1-404C-B469-9E21BA5A2B76}" type="presParOf" srcId="{73AEB3B8-5C99-4334-8120-3FE2264BFE65}" destId="{6969E2B1-87A7-4482-A7C5-47F7CF69741F}" srcOrd="1" destOrd="0" presId="urn:microsoft.com/office/officeart/2018/5/layout/IconLeafLabelList"/>
    <dgm:cxn modelId="{9230132A-86BC-477F-B466-70B289F2E30D}" type="presParOf" srcId="{73AEB3B8-5C99-4334-8120-3FE2264BFE65}" destId="{16A95F33-C888-4892-A1F0-2051537DD48E}" srcOrd="2" destOrd="0" presId="urn:microsoft.com/office/officeart/2018/5/layout/IconLeafLabelList"/>
    <dgm:cxn modelId="{810A29EB-C90E-4FAE-8797-80196B145D9D}" type="presParOf" srcId="{73AEB3B8-5C99-4334-8120-3FE2264BFE65}" destId="{0682F90A-7BCE-4310-90BD-A3A4049DE377}" srcOrd="3" destOrd="0" presId="urn:microsoft.com/office/officeart/2018/5/layout/IconLeafLabelList"/>
    <dgm:cxn modelId="{70C383EF-B21A-44F5-9EC8-0185BCADC02F}" type="presParOf" srcId="{4258A12B-6CF5-4C36-8E98-726C470254F1}" destId="{349E27C8-12BA-4016-A25F-E6E7574A0AC3}" srcOrd="7" destOrd="0" presId="urn:microsoft.com/office/officeart/2018/5/layout/IconLeafLabelList"/>
    <dgm:cxn modelId="{2CCB17CE-C1DD-4B1D-81F9-13BB7B68AEFD}" type="presParOf" srcId="{4258A12B-6CF5-4C36-8E98-726C470254F1}" destId="{13B9074E-DB7D-4635-9DB9-386E968327F9}" srcOrd="8" destOrd="0" presId="urn:microsoft.com/office/officeart/2018/5/layout/IconLeafLabelList"/>
    <dgm:cxn modelId="{E470FA1C-92EA-4953-AE3C-7A4C04E177F7}" type="presParOf" srcId="{13B9074E-DB7D-4635-9DB9-386E968327F9}" destId="{CD986303-21D1-4E51-BB15-B86D9EF27FC8}" srcOrd="0" destOrd="0" presId="urn:microsoft.com/office/officeart/2018/5/layout/IconLeafLabelList"/>
    <dgm:cxn modelId="{59ECA40C-81D7-4645-B041-9A011B03B6E0}" type="presParOf" srcId="{13B9074E-DB7D-4635-9DB9-386E968327F9}" destId="{30F74011-C893-4BBC-90BC-ED9884BB7C76}" srcOrd="1" destOrd="0" presId="urn:microsoft.com/office/officeart/2018/5/layout/IconLeafLabelList"/>
    <dgm:cxn modelId="{EB02641B-0B7F-4BBA-807E-BCCA369431D5}" type="presParOf" srcId="{13B9074E-DB7D-4635-9DB9-386E968327F9}" destId="{2DF53820-C00D-4050-AF3A-AD4C2907990D}" srcOrd="2" destOrd="0" presId="urn:microsoft.com/office/officeart/2018/5/layout/IconLeafLabelList"/>
    <dgm:cxn modelId="{BF351215-B8BF-404E-B1C2-38551E203DB2}" type="presParOf" srcId="{13B9074E-DB7D-4635-9DB9-386E968327F9}" destId="{C5B8EFB9-62A4-40F6-86C5-69834B68068A}"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CB7DB8-1A1C-48BF-968B-A989A0330683}">
      <dsp:nvSpPr>
        <dsp:cNvPr id="0" name=""/>
        <dsp:cNvSpPr/>
      </dsp:nvSpPr>
      <dsp:spPr>
        <a:xfrm>
          <a:off x="1831426" y="585736"/>
          <a:ext cx="2693191" cy="2693191"/>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A9515F9-AB49-4937-B666-0A4950981ED7}">
      <dsp:nvSpPr>
        <dsp:cNvPr id="0" name=""/>
        <dsp:cNvSpPr/>
      </dsp:nvSpPr>
      <dsp:spPr>
        <a:xfrm>
          <a:off x="619488" y="3355254"/>
          <a:ext cx="5117068" cy="7469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kern="1200" dirty="0"/>
            <a:t>Bookmarks save a report’s current filters, visibility, cross-highlighted visuals, and sort order. </a:t>
          </a:r>
        </a:p>
      </dsp:txBody>
      <dsp:txXfrm>
        <a:off x="619488" y="3355254"/>
        <a:ext cx="5117068" cy="746977"/>
      </dsp:txXfrm>
    </dsp:sp>
    <dsp:sp modelId="{F96959D0-7EE5-48BB-A1E2-BB9A302BA209}">
      <dsp:nvSpPr>
        <dsp:cNvPr id="0" name=""/>
        <dsp:cNvSpPr/>
      </dsp:nvSpPr>
      <dsp:spPr>
        <a:xfrm>
          <a:off x="7692494" y="585736"/>
          <a:ext cx="2693191" cy="2693191"/>
        </a:xfrm>
        <a:prstGeom prst="rect">
          <a:avLst/>
        </a:prstGeom>
        <a:blipFill>
          <a:blip xmlns:r="http://schemas.openxmlformats.org/officeDocument/2006/relationships" r:embed="rId2"/>
          <a:srcRect/>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BFB3C8-08A9-4E31-BB31-3861B45454B8}">
      <dsp:nvSpPr>
        <dsp:cNvPr id="0" name=""/>
        <dsp:cNvSpPr/>
      </dsp:nvSpPr>
      <dsp:spPr>
        <a:xfrm>
          <a:off x="6478775" y="3355254"/>
          <a:ext cx="5120630" cy="7469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kern="1200" dirty="0"/>
            <a:t>When you add bookmarks to a report, users can get back to that exact view by selecting it</a:t>
          </a:r>
        </a:p>
      </dsp:txBody>
      <dsp:txXfrm>
        <a:off x="6478775" y="3355254"/>
        <a:ext cx="5120630" cy="74697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66D388-5187-4B83-91E0-6E344AB43643}">
      <dsp:nvSpPr>
        <dsp:cNvPr id="0" name=""/>
        <dsp:cNvSpPr/>
      </dsp:nvSpPr>
      <dsp:spPr>
        <a:xfrm>
          <a:off x="1090641" y="1263683"/>
          <a:ext cx="1098000" cy="10980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51A27D5-074B-4463-AA5F-C91BAD0101FC}">
      <dsp:nvSpPr>
        <dsp:cNvPr id="0" name=""/>
        <dsp:cNvSpPr/>
      </dsp:nvSpPr>
      <dsp:spPr>
        <a:xfrm>
          <a:off x="1324641" y="1497683"/>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B691EFD-B269-4CA7-932D-6797DB9C8247}">
      <dsp:nvSpPr>
        <dsp:cNvPr id="0" name=""/>
        <dsp:cNvSpPr/>
      </dsp:nvSpPr>
      <dsp:spPr>
        <a:xfrm>
          <a:off x="739641" y="2703683"/>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cap="all"/>
          </a:pPr>
          <a:r>
            <a:rPr lang="en-US" sz="1700" b="1" kern="1200" dirty="0"/>
            <a:t>Improved navigation</a:t>
          </a:r>
          <a:endParaRPr lang="en-US" sz="1700" kern="1200" dirty="0"/>
        </a:p>
      </dsp:txBody>
      <dsp:txXfrm>
        <a:off x="739641" y="2703683"/>
        <a:ext cx="1800000" cy="720000"/>
      </dsp:txXfrm>
    </dsp:sp>
    <dsp:sp modelId="{98EA8074-91BA-4F37-8400-281BAC8B85AC}">
      <dsp:nvSpPr>
        <dsp:cNvPr id="0" name=""/>
        <dsp:cNvSpPr/>
      </dsp:nvSpPr>
      <dsp:spPr>
        <a:xfrm>
          <a:off x="3205641" y="1263683"/>
          <a:ext cx="1098000" cy="10980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C39ADA-0AE6-4A74-86AE-7B5DCFA5AF06}">
      <dsp:nvSpPr>
        <dsp:cNvPr id="0" name=""/>
        <dsp:cNvSpPr/>
      </dsp:nvSpPr>
      <dsp:spPr>
        <a:xfrm>
          <a:off x="3439641" y="1497683"/>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8ADCAA9-FC51-4EF4-9FF7-67F32462255F}">
      <dsp:nvSpPr>
        <dsp:cNvPr id="0" name=""/>
        <dsp:cNvSpPr/>
      </dsp:nvSpPr>
      <dsp:spPr>
        <a:xfrm>
          <a:off x="2854641" y="2703683"/>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cap="all"/>
          </a:pPr>
          <a:r>
            <a:rPr lang="en-US" sz="1700" b="1" kern="1200" dirty="0"/>
            <a:t>Show/hide content</a:t>
          </a:r>
          <a:endParaRPr lang="en-US" sz="1700" kern="1200" dirty="0"/>
        </a:p>
      </dsp:txBody>
      <dsp:txXfrm>
        <a:off x="2854641" y="2703683"/>
        <a:ext cx="1800000" cy="720000"/>
      </dsp:txXfrm>
    </dsp:sp>
    <dsp:sp modelId="{7CE07CC9-08F1-4CF6-BE07-714FC2703C80}">
      <dsp:nvSpPr>
        <dsp:cNvPr id="0" name=""/>
        <dsp:cNvSpPr/>
      </dsp:nvSpPr>
      <dsp:spPr>
        <a:xfrm>
          <a:off x="5320641" y="1263683"/>
          <a:ext cx="1098000" cy="1098000"/>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03D2A3C-1CDD-46B0-8269-0384BEACC37F}">
      <dsp:nvSpPr>
        <dsp:cNvPr id="0" name=""/>
        <dsp:cNvSpPr/>
      </dsp:nvSpPr>
      <dsp:spPr>
        <a:xfrm>
          <a:off x="5554641" y="1497683"/>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2E01365-6E26-40CE-80C4-551C1E26459E}">
      <dsp:nvSpPr>
        <dsp:cNvPr id="0" name=""/>
        <dsp:cNvSpPr/>
      </dsp:nvSpPr>
      <dsp:spPr>
        <a:xfrm>
          <a:off x="4969641" y="2703683"/>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cap="all"/>
          </a:pPr>
          <a:r>
            <a:rPr lang="en-US" sz="1700" b="1" kern="1200" dirty="0"/>
            <a:t>Customized views</a:t>
          </a:r>
          <a:endParaRPr lang="en-US" sz="1700" kern="1200" dirty="0"/>
        </a:p>
      </dsp:txBody>
      <dsp:txXfrm>
        <a:off x="4969641" y="2703683"/>
        <a:ext cx="1800000" cy="720000"/>
      </dsp:txXfrm>
    </dsp:sp>
    <dsp:sp modelId="{93511C22-D1BE-4E6A-A774-854639220357}">
      <dsp:nvSpPr>
        <dsp:cNvPr id="0" name=""/>
        <dsp:cNvSpPr/>
      </dsp:nvSpPr>
      <dsp:spPr>
        <a:xfrm>
          <a:off x="7435641" y="1263683"/>
          <a:ext cx="1098000" cy="1098000"/>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7C25ED2-8DE3-491B-9855-23F6F91ECE47}">
      <dsp:nvSpPr>
        <dsp:cNvPr id="0" name=""/>
        <dsp:cNvSpPr/>
      </dsp:nvSpPr>
      <dsp:spPr>
        <a:xfrm>
          <a:off x="7669641" y="1497683"/>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16B4E3C-E3B1-40FD-99B5-8458F3238C8A}">
      <dsp:nvSpPr>
        <dsp:cNvPr id="0" name=""/>
        <dsp:cNvSpPr/>
      </dsp:nvSpPr>
      <dsp:spPr>
        <a:xfrm>
          <a:off x="7084641" y="2703683"/>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cap="all"/>
          </a:pPr>
          <a:r>
            <a:rPr lang="en-US" sz="1700" b="1" kern="1200" dirty="0"/>
            <a:t>Guided storytelling</a:t>
          </a:r>
          <a:endParaRPr lang="en-US" sz="1700" kern="1200" dirty="0"/>
        </a:p>
      </dsp:txBody>
      <dsp:txXfrm>
        <a:off x="7084641" y="2703683"/>
        <a:ext cx="1800000" cy="720000"/>
      </dsp:txXfrm>
    </dsp:sp>
    <dsp:sp modelId="{12F373DD-BC05-4BB2-82BA-547BFC3FF142}">
      <dsp:nvSpPr>
        <dsp:cNvPr id="0" name=""/>
        <dsp:cNvSpPr/>
      </dsp:nvSpPr>
      <dsp:spPr>
        <a:xfrm>
          <a:off x="9550641" y="1263683"/>
          <a:ext cx="1098000" cy="1098000"/>
        </a:xfrm>
        <a:prstGeom prst="round2DiagRect">
          <a:avLst>
            <a:gd name="adj1" fmla="val 29727"/>
            <a:gd name="adj2" fmla="val 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3C6E861-CCF9-4923-BCC7-D8AE8240310A}">
      <dsp:nvSpPr>
        <dsp:cNvPr id="0" name=""/>
        <dsp:cNvSpPr/>
      </dsp:nvSpPr>
      <dsp:spPr>
        <a:xfrm>
          <a:off x="9784641" y="1497683"/>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EE269EF-7E38-4A21-98A9-338507085687}">
      <dsp:nvSpPr>
        <dsp:cNvPr id="0" name=""/>
        <dsp:cNvSpPr/>
      </dsp:nvSpPr>
      <dsp:spPr>
        <a:xfrm>
          <a:off x="9199641" y="2703683"/>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cap="all"/>
          </a:pPr>
          <a:r>
            <a:rPr lang="en-US" sz="1700" b="1" kern="1200" dirty="0"/>
            <a:t>Reduced report clutter</a:t>
          </a:r>
          <a:endParaRPr lang="en-US" sz="1700" kern="1200" dirty="0"/>
        </a:p>
      </dsp:txBody>
      <dsp:txXfrm>
        <a:off x="9199641" y="2703683"/>
        <a:ext cx="1800000"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CB7DB8-1A1C-48BF-968B-A989A0330683}">
      <dsp:nvSpPr>
        <dsp:cNvPr id="0" name=""/>
        <dsp:cNvSpPr/>
      </dsp:nvSpPr>
      <dsp:spPr>
        <a:xfrm>
          <a:off x="1840424" y="596650"/>
          <a:ext cx="2648302" cy="2648302"/>
        </a:xfrm>
        <a:prstGeom prst="rect">
          <a:avLst/>
        </a:prstGeom>
        <a:blipFill>
          <a:blip xmlns:r="http://schemas.openxmlformats.org/officeDocument/2006/relationships" r:embed="rId1"/>
          <a:srcRect/>
          <a:stretch>
            <a:fillRect t="-4000" b="-4000"/>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A9515F9-AB49-4937-B666-0A4950981ED7}">
      <dsp:nvSpPr>
        <dsp:cNvPr id="0" name=""/>
        <dsp:cNvSpPr/>
      </dsp:nvSpPr>
      <dsp:spPr>
        <a:xfrm>
          <a:off x="650934" y="3343717"/>
          <a:ext cx="5027280" cy="7469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kern="1200" dirty="0"/>
            <a:t>Allow users to dynamically switch which dimensions or measures are displayed in visuals</a:t>
          </a:r>
        </a:p>
      </dsp:txBody>
      <dsp:txXfrm>
        <a:off x="650934" y="3343717"/>
        <a:ext cx="5027280" cy="746999"/>
      </dsp:txXfrm>
    </dsp:sp>
    <dsp:sp modelId="{F96959D0-7EE5-48BB-A1E2-BB9A302BA209}">
      <dsp:nvSpPr>
        <dsp:cNvPr id="0" name=""/>
        <dsp:cNvSpPr/>
      </dsp:nvSpPr>
      <dsp:spPr>
        <a:xfrm>
          <a:off x="7656598" y="596650"/>
          <a:ext cx="2648302" cy="2648302"/>
        </a:xfrm>
        <a:prstGeom prst="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BFB3C8-08A9-4E31-BB31-3861B45454B8}">
      <dsp:nvSpPr>
        <dsp:cNvPr id="0" name=""/>
        <dsp:cNvSpPr/>
      </dsp:nvSpPr>
      <dsp:spPr>
        <a:xfrm>
          <a:off x="6420434" y="3343717"/>
          <a:ext cx="5120630" cy="7469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n-US" sz="1800" kern="1200" dirty="0"/>
            <a:t>Allow users to group measures so they can toggle displayed columns</a:t>
          </a:r>
        </a:p>
      </dsp:txBody>
      <dsp:txXfrm>
        <a:off x="6420434" y="3343717"/>
        <a:ext cx="5120630" cy="74699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0E8FE6-90AA-4021-A094-E3B02B21C832}">
      <dsp:nvSpPr>
        <dsp:cNvPr id="0" name=""/>
        <dsp:cNvSpPr/>
      </dsp:nvSpPr>
      <dsp:spPr>
        <a:xfrm>
          <a:off x="1164599" y="1263984"/>
          <a:ext cx="1098000" cy="10980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6A12928-57BE-42A6-B1A4-946A214099B8}">
      <dsp:nvSpPr>
        <dsp:cNvPr id="0" name=""/>
        <dsp:cNvSpPr/>
      </dsp:nvSpPr>
      <dsp:spPr>
        <a:xfrm>
          <a:off x="1398599" y="1497984"/>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507853B-9323-459C-A844-2D01198B8BDE}">
      <dsp:nvSpPr>
        <dsp:cNvPr id="0" name=""/>
        <dsp:cNvSpPr/>
      </dsp:nvSpPr>
      <dsp:spPr>
        <a:xfrm>
          <a:off x="813599" y="2703984"/>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b="1" kern="1200" dirty="0"/>
            <a:t>Self-service analysis</a:t>
          </a:r>
          <a:endParaRPr lang="en-US" sz="1600" kern="1200" dirty="0"/>
        </a:p>
      </dsp:txBody>
      <dsp:txXfrm>
        <a:off x="813599" y="2703984"/>
        <a:ext cx="1800000" cy="720000"/>
      </dsp:txXfrm>
    </dsp:sp>
    <dsp:sp modelId="{3ED68D09-5FEF-45F3-B9DE-1107A224B0F5}">
      <dsp:nvSpPr>
        <dsp:cNvPr id="0" name=""/>
        <dsp:cNvSpPr/>
      </dsp:nvSpPr>
      <dsp:spPr>
        <a:xfrm>
          <a:off x="3270080" y="1259614"/>
          <a:ext cx="1098000" cy="10980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77E824F-ADBC-4C61-812F-51F63F0904FB}">
      <dsp:nvSpPr>
        <dsp:cNvPr id="0" name=""/>
        <dsp:cNvSpPr/>
      </dsp:nvSpPr>
      <dsp:spPr>
        <a:xfrm>
          <a:off x="3513600" y="1497984"/>
          <a:ext cx="630000" cy="630000"/>
        </a:xfrm>
        <a:prstGeom prst="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206CC3E-F3E1-4716-8E09-D4FC697CD820}">
      <dsp:nvSpPr>
        <dsp:cNvPr id="0" name=""/>
        <dsp:cNvSpPr/>
      </dsp:nvSpPr>
      <dsp:spPr>
        <a:xfrm>
          <a:off x="2928599" y="2703984"/>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b="1" kern="1200" dirty="0"/>
            <a:t>Fewer visuals to maintain</a:t>
          </a:r>
          <a:endParaRPr lang="en-US" sz="1600" kern="1200" dirty="0"/>
        </a:p>
      </dsp:txBody>
      <dsp:txXfrm>
        <a:off x="2928599" y="2703984"/>
        <a:ext cx="1800000" cy="720000"/>
      </dsp:txXfrm>
    </dsp:sp>
    <dsp:sp modelId="{6859F11E-9600-4167-BE3B-BA92819DBA9C}">
      <dsp:nvSpPr>
        <dsp:cNvPr id="0" name=""/>
        <dsp:cNvSpPr/>
      </dsp:nvSpPr>
      <dsp:spPr>
        <a:xfrm>
          <a:off x="5394600" y="1263984"/>
          <a:ext cx="1098000" cy="1098000"/>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3AB8FB1-9A38-47C1-987E-AA789AB9C72D}">
      <dsp:nvSpPr>
        <dsp:cNvPr id="0" name=""/>
        <dsp:cNvSpPr/>
      </dsp:nvSpPr>
      <dsp:spPr>
        <a:xfrm>
          <a:off x="5628600" y="1497984"/>
          <a:ext cx="630000" cy="630000"/>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4FEBA38-904C-4C9A-AB9F-3A791C0E0D52}">
      <dsp:nvSpPr>
        <dsp:cNvPr id="0" name=""/>
        <dsp:cNvSpPr/>
      </dsp:nvSpPr>
      <dsp:spPr>
        <a:xfrm>
          <a:off x="5043600" y="2703984"/>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b="1" kern="1200" dirty="0"/>
            <a:t>Greater report flexibility</a:t>
          </a:r>
          <a:r>
            <a:rPr lang="en-US" sz="1600" kern="1200" dirty="0"/>
            <a:t> </a:t>
          </a:r>
        </a:p>
      </dsp:txBody>
      <dsp:txXfrm>
        <a:off x="5043600" y="2703984"/>
        <a:ext cx="1800000" cy="720000"/>
      </dsp:txXfrm>
    </dsp:sp>
    <dsp:sp modelId="{3062F985-3526-43B3-B10B-532DA44DD592}">
      <dsp:nvSpPr>
        <dsp:cNvPr id="0" name=""/>
        <dsp:cNvSpPr/>
      </dsp:nvSpPr>
      <dsp:spPr>
        <a:xfrm>
          <a:off x="7509600" y="1263984"/>
          <a:ext cx="1098000" cy="1098000"/>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969E2B1-87A7-4482-A7C5-47F7CF69741F}">
      <dsp:nvSpPr>
        <dsp:cNvPr id="0" name=""/>
        <dsp:cNvSpPr/>
      </dsp:nvSpPr>
      <dsp:spPr>
        <a:xfrm>
          <a:off x="7743600" y="1497984"/>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682F90A-7BCE-4310-90BD-A3A4049DE377}">
      <dsp:nvSpPr>
        <dsp:cNvPr id="0" name=""/>
        <dsp:cNvSpPr/>
      </dsp:nvSpPr>
      <dsp:spPr>
        <a:xfrm>
          <a:off x="7158600" y="2703984"/>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b="1" kern="1200" dirty="0"/>
            <a:t>Consistent user experience</a:t>
          </a:r>
          <a:r>
            <a:rPr lang="en-US" sz="1600" kern="1200" dirty="0"/>
            <a:t> </a:t>
          </a:r>
        </a:p>
      </dsp:txBody>
      <dsp:txXfrm>
        <a:off x="7158600" y="2703984"/>
        <a:ext cx="1800000" cy="720000"/>
      </dsp:txXfrm>
    </dsp:sp>
    <dsp:sp modelId="{CD986303-21D1-4E51-BB15-B86D9EF27FC8}">
      <dsp:nvSpPr>
        <dsp:cNvPr id="0" name=""/>
        <dsp:cNvSpPr/>
      </dsp:nvSpPr>
      <dsp:spPr>
        <a:xfrm>
          <a:off x="9624600" y="1263984"/>
          <a:ext cx="1098000" cy="1098000"/>
        </a:xfrm>
        <a:prstGeom prst="round2DiagRect">
          <a:avLst>
            <a:gd name="adj1" fmla="val 29727"/>
            <a:gd name="adj2" fmla="val 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0F74011-C893-4BBC-90BC-ED9884BB7C76}">
      <dsp:nvSpPr>
        <dsp:cNvPr id="0" name=""/>
        <dsp:cNvSpPr/>
      </dsp:nvSpPr>
      <dsp:spPr>
        <a:xfrm>
          <a:off x="9858600" y="1497984"/>
          <a:ext cx="630000" cy="630000"/>
        </a:xfrm>
        <a:prstGeom prst="rect">
          <a:avLst/>
        </a:prstGeom>
        <a:blipFill>
          <a:blip xmlns:r="http://schemas.openxmlformats.org/officeDocument/2006/relationships">
            <a:extLst>
              <a:ext uri="{96DAC541-7B7A-43D3-8B79-37D633B846F1}">
                <asvg:svgBlip xmlns:asvg="http://schemas.microsoft.com/office/drawing/2016/SVG/main" r:embed="rId5"/>
              </a:ext>
            </a:extLst>
          </a:blip>
          <a:srcRect/>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5B8EFB9-62A4-40F6-86C5-69834B68068A}">
      <dsp:nvSpPr>
        <dsp:cNvPr id="0" name=""/>
        <dsp:cNvSpPr/>
      </dsp:nvSpPr>
      <dsp:spPr>
        <a:xfrm>
          <a:off x="9273600" y="2703984"/>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b="1" kern="1200" dirty="0"/>
            <a:t>Scalability</a:t>
          </a:r>
          <a:endParaRPr lang="en-US" sz="1600" kern="1200" dirty="0"/>
        </a:p>
      </dsp:txBody>
      <dsp:txXfrm>
        <a:off x="9273600" y="2703984"/>
        <a:ext cx="1800000"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A404F555-6570-4A15-ABC4-1745CA5C4DCB}" type="datetimeFigureOut">
              <a:rPr lang="en-US" smtClean="0"/>
              <a:t>6/12/2026</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9CB98716-6830-4726-8754-F107DE73D649}" type="slidenum">
              <a:rPr lang="en-US" smtClean="0"/>
              <a:t>‹#›</a:t>
            </a:fld>
            <a:endParaRPr lang="en-US"/>
          </a:p>
        </p:txBody>
      </p:sp>
    </p:spTree>
    <p:extLst>
      <p:ext uri="{BB962C8B-B14F-4D97-AF65-F5344CB8AC3E}">
        <p14:creationId xmlns:p14="http://schemas.microsoft.com/office/powerpoint/2010/main" val="20053023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B98716-6830-4726-8754-F107DE73D649}" type="slidenum">
              <a:rPr lang="en-US" smtClean="0"/>
              <a:t>3</a:t>
            </a:fld>
            <a:endParaRPr lang="en-US"/>
          </a:p>
        </p:txBody>
      </p:sp>
    </p:spTree>
    <p:extLst>
      <p:ext uri="{BB962C8B-B14F-4D97-AF65-F5344CB8AC3E}">
        <p14:creationId xmlns:p14="http://schemas.microsoft.com/office/powerpoint/2010/main" val="37022892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29045-4093-F928-A955-4CC3227814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1B6477-6604-2FCB-FDA8-21D3545118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D30668-FED3-8231-124E-B9D1236F07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9A41D7-F8F7-A121-C16C-7126929104BD}"/>
              </a:ext>
            </a:extLst>
          </p:cNvPr>
          <p:cNvSpPr>
            <a:spLocks noGrp="1"/>
          </p:cNvSpPr>
          <p:nvPr>
            <p:ph type="sldNum" sz="quarter" idx="5"/>
          </p:nvPr>
        </p:nvSpPr>
        <p:spPr/>
        <p:txBody>
          <a:bodyPr/>
          <a:lstStyle/>
          <a:p>
            <a:fld id="{9CB98716-6830-4726-8754-F107DE73D649}" type="slidenum">
              <a:rPr lang="en-US" smtClean="0"/>
              <a:t>4</a:t>
            </a:fld>
            <a:endParaRPr lang="en-US"/>
          </a:p>
        </p:txBody>
      </p:sp>
    </p:spTree>
    <p:extLst>
      <p:ext uri="{BB962C8B-B14F-4D97-AF65-F5344CB8AC3E}">
        <p14:creationId xmlns:p14="http://schemas.microsoft.com/office/powerpoint/2010/main" val="41943238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E6A36-8D7D-6A29-D931-EE9FDD2EC1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3ACB7D-1DCB-B530-6D3B-C23DBDA7B0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A8F2A2-FDDE-E7A6-6483-54F2B1BE8440}"/>
              </a:ext>
            </a:extLst>
          </p:cNvPr>
          <p:cNvSpPr>
            <a:spLocks noGrp="1"/>
          </p:cNvSpPr>
          <p:nvPr>
            <p:ph type="body" idx="1"/>
          </p:nvPr>
        </p:nvSpPr>
        <p:spPr/>
        <p:txBody>
          <a:bodyPr/>
          <a:lstStyle/>
          <a:p>
            <a:pPr lvl="0">
              <a:lnSpc>
                <a:spcPct val="100000"/>
              </a:lnSpc>
              <a:defRPr cap="all"/>
            </a:pPr>
            <a:r>
              <a:rPr lang="en-US" b="1" dirty="0"/>
              <a:t>Improved navigation</a:t>
            </a:r>
            <a:r>
              <a:rPr lang="en-US" dirty="0"/>
              <a:t> – Create app-like experiences with buttons and menus. </a:t>
            </a:r>
          </a:p>
          <a:p>
            <a:pPr lvl="0">
              <a:lnSpc>
                <a:spcPct val="100000"/>
              </a:lnSpc>
              <a:defRPr cap="all"/>
            </a:pPr>
            <a:r>
              <a:rPr lang="en-US" b="1" dirty="0"/>
              <a:t>Show/hide content</a:t>
            </a:r>
            <a:r>
              <a:rPr lang="en-US" dirty="0"/>
              <a:t> – Display different visuals, explanations, or drill-through experiences without leaving the page. </a:t>
            </a:r>
          </a:p>
          <a:p>
            <a:pPr lvl="0">
              <a:lnSpc>
                <a:spcPct val="100000"/>
              </a:lnSpc>
              <a:defRPr cap="all"/>
            </a:pPr>
            <a:r>
              <a:rPr lang="en-US" b="1" dirty="0"/>
              <a:t>Guided storytelling</a:t>
            </a:r>
            <a:r>
              <a:rPr lang="en-US" dirty="0"/>
              <a:t> – Walk users through key insights in a controlled sequence. </a:t>
            </a:r>
          </a:p>
          <a:p>
            <a:pPr lvl="0">
              <a:lnSpc>
                <a:spcPct val="100000"/>
              </a:lnSpc>
              <a:defRPr cap="all"/>
            </a:pPr>
            <a:r>
              <a:rPr lang="en-US" b="1" dirty="0"/>
              <a:t>Customized views</a:t>
            </a:r>
            <a:r>
              <a:rPr lang="en-US" dirty="0"/>
              <a:t> – Provide different perspectives for different audiences while keeping everything on the same page. </a:t>
            </a:r>
          </a:p>
          <a:p>
            <a:pPr lvl="0">
              <a:lnSpc>
                <a:spcPct val="100000"/>
              </a:lnSpc>
              <a:defRPr cap="all"/>
            </a:pPr>
            <a:r>
              <a:rPr lang="en-US" b="1" dirty="0"/>
              <a:t>Reduced report clutter</a:t>
            </a:r>
            <a:r>
              <a:rPr lang="en-US" dirty="0"/>
              <a:t> – Instead of placing every visual on the screen at once, show only what's relevant when users need it.</a:t>
            </a:r>
          </a:p>
        </p:txBody>
      </p:sp>
      <p:sp>
        <p:nvSpPr>
          <p:cNvPr id="4" name="Slide Number Placeholder 3">
            <a:extLst>
              <a:ext uri="{FF2B5EF4-FFF2-40B4-BE49-F238E27FC236}">
                <a16:creationId xmlns:a16="http://schemas.microsoft.com/office/drawing/2014/main" id="{A364BE49-9B78-37B5-0350-BCB9ECEF183B}"/>
              </a:ext>
            </a:extLst>
          </p:cNvPr>
          <p:cNvSpPr>
            <a:spLocks noGrp="1"/>
          </p:cNvSpPr>
          <p:nvPr>
            <p:ph type="sldNum" sz="quarter" idx="5"/>
          </p:nvPr>
        </p:nvSpPr>
        <p:spPr/>
        <p:txBody>
          <a:bodyPr/>
          <a:lstStyle/>
          <a:p>
            <a:fld id="{9CB98716-6830-4726-8754-F107DE73D649}" type="slidenum">
              <a:rPr lang="en-US" smtClean="0"/>
              <a:t>5</a:t>
            </a:fld>
            <a:endParaRPr lang="en-US"/>
          </a:p>
        </p:txBody>
      </p:sp>
    </p:spTree>
    <p:extLst>
      <p:ext uri="{BB962C8B-B14F-4D97-AF65-F5344CB8AC3E}">
        <p14:creationId xmlns:p14="http://schemas.microsoft.com/office/powerpoint/2010/main" val="6511795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00DDE-3C85-4887-2A6E-3522EBFC80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8C35C0-2FD5-F90D-9FA0-C90DF12893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5F7176-2591-E42C-1546-D9DDBE58CC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0FFBB9-70F8-C25C-4CA0-73A1053DCA0D}"/>
              </a:ext>
            </a:extLst>
          </p:cNvPr>
          <p:cNvSpPr>
            <a:spLocks noGrp="1"/>
          </p:cNvSpPr>
          <p:nvPr>
            <p:ph type="sldNum" sz="quarter" idx="5"/>
          </p:nvPr>
        </p:nvSpPr>
        <p:spPr/>
        <p:txBody>
          <a:bodyPr/>
          <a:lstStyle/>
          <a:p>
            <a:fld id="{9CB98716-6830-4726-8754-F107DE73D649}" type="slidenum">
              <a:rPr lang="en-US" smtClean="0"/>
              <a:t>6</a:t>
            </a:fld>
            <a:endParaRPr lang="en-US"/>
          </a:p>
        </p:txBody>
      </p:sp>
    </p:spTree>
    <p:extLst>
      <p:ext uri="{BB962C8B-B14F-4D97-AF65-F5344CB8AC3E}">
        <p14:creationId xmlns:p14="http://schemas.microsoft.com/office/powerpoint/2010/main" val="31058606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992BB-4E7D-BCEA-7F78-6111F37C95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025BAE-0A88-A356-CA61-4EA5EBCA7F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DACC3F-85EE-83D5-BBA8-04439930E4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75A22C6-8037-56E3-334C-4465DF275D34}"/>
              </a:ext>
            </a:extLst>
          </p:cNvPr>
          <p:cNvSpPr>
            <a:spLocks noGrp="1"/>
          </p:cNvSpPr>
          <p:nvPr>
            <p:ph type="sldNum" sz="quarter" idx="5"/>
          </p:nvPr>
        </p:nvSpPr>
        <p:spPr/>
        <p:txBody>
          <a:bodyPr/>
          <a:lstStyle/>
          <a:p>
            <a:fld id="{9CB98716-6830-4726-8754-F107DE73D649}" type="slidenum">
              <a:rPr lang="en-US" smtClean="0"/>
              <a:t>7</a:t>
            </a:fld>
            <a:endParaRPr lang="en-US"/>
          </a:p>
        </p:txBody>
      </p:sp>
    </p:spTree>
    <p:extLst>
      <p:ext uri="{BB962C8B-B14F-4D97-AF65-F5344CB8AC3E}">
        <p14:creationId xmlns:p14="http://schemas.microsoft.com/office/powerpoint/2010/main" val="39449121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836AA-F403-196F-52E7-09A49A432B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B37800-FF3D-E20F-2137-7FE18BF7EE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40B2AC-D2C6-2604-C8A2-F7E9DBD864BF}"/>
              </a:ext>
            </a:extLst>
          </p:cNvPr>
          <p:cNvSpPr>
            <a:spLocks noGrp="1"/>
          </p:cNvSpPr>
          <p:nvPr>
            <p:ph type="body" idx="1"/>
          </p:nvPr>
        </p:nvSpPr>
        <p:spPr/>
        <p:txBody>
          <a:bodyPr/>
          <a:lstStyle/>
          <a:p>
            <a:pPr lvl="0">
              <a:lnSpc>
                <a:spcPct val="100000"/>
              </a:lnSpc>
              <a:defRPr cap="all"/>
            </a:pPr>
            <a:r>
              <a:rPr lang="en-US" b="1" dirty="0"/>
              <a:t>Self-service analysis</a:t>
            </a:r>
            <a:r>
              <a:rPr lang="en-US" dirty="0"/>
              <a:t> – Users can choose which metric or category they want to analyze. </a:t>
            </a:r>
          </a:p>
          <a:p>
            <a:pPr lvl="0">
              <a:lnSpc>
                <a:spcPct val="100000"/>
              </a:lnSpc>
              <a:defRPr cap="all"/>
            </a:pPr>
            <a:r>
              <a:rPr lang="en-US" b="1" dirty="0"/>
              <a:t>Fewer visuals to maintain</a:t>
            </a:r>
            <a:r>
              <a:rPr lang="en-US" dirty="0"/>
              <a:t> – One chart can serve the purpose of many. </a:t>
            </a:r>
          </a:p>
          <a:p>
            <a:pPr lvl="0">
              <a:lnSpc>
                <a:spcPct val="100000"/>
              </a:lnSpc>
              <a:defRPr cap="all"/>
            </a:pPr>
            <a:r>
              <a:rPr lang="en-US" b="1" dirty="0"/>
              <a:t>Greater report flexibility</a:t>
            </a:r>
            <a:r>
              <a:rPr lang="en-US" dirty="0"/>
              <a:t> – Users can change axes, measures, and comparisons without needing separate pages. </a:t>
            </a:r>
          </a:p>
          <a:p>
            <a:pPr lvl="0">
              <a:lnSpc>
                <a:spcPct val="100000"/>
              </a:lnSpc>
              <a:defRPr cap="all"/>
            </a:pPr>
            <a:r>
              <a:rPr lang="en-US" b="1" dirty="0"/>
              <a:t>Consistent user experience</a:t>
            </a:r>
            <a:r>
              <a:rPr lang="en-US" dirty="0"/>
              <a:t> – Keeps formatting and interactions intact while changing the underlying fields. </a:t>
            </a:r>
          </a:p>
          <a:p>
            <a:pPr lvl="0">
              <a:lnSpc>
                <a:spcPct val="100000"/>
              </a:lnSpc>
            </a:pPr>
            <a:r>
              <a:rPr lang="en-US" b="1" dirty="0"/>
              <a:t>Scalability</a:t>
            </a:r>
            <a:r>
              <a:rPr lang="en-US" dirty="0"/>
              <a:t> – Easier to expand report functionality as business requirements evolve.</a:t>
            </a:r>
          </a:p>
          <a:p>
            <a:endParaRPr lang="en-US" dirty="0"/>
          </a:p>
        </p:txBody>
      </p:sp>
      <p:sp>
        <p:nvSpPr>
          <p:cNvPr id="4" name="Slide Number Placeholder 3">
            <a:extLst>
              <a:ext uri="{FF2B5EF4-FFF2-40B4-BE49-F238E27FC236}">
                <a16:creationId xmlns:a16="http://schemas.microsoft.com/office/drawing/2014/main" id="{C04C017F-23C0-F96A-9231-4466D8F1B309}"/>
              </a:ext>
            </a:extLst>
          </p:cNvPr>
          <p:cNvSpPr>
            <a:spLocks noGrp="1"/>
          </p:cNvSpPr>
          <p:nvPr>
            <p:ph type="sldNum" sz="quarter" idx="5"/>
          </p:nvPr>
        </p:nvSpPr>
        <p:spPr/>
        <p:txBody>
          <a:bodyPr/>
          <a:lstStyle/>
          <a:p>
            <a:fld id="{9CB98716-6830-4726-8754-F107DE73D649}" type="slidenum">
              <a:rPr lang="en-US" smtClean="0"/>
              <a:t>8</a:t>
            </a:fld>
            <a:endParaRPr lang="en-US"/>
          </a:p>
        </p:txBody>
      </p:sp>
    </p:spTree>
    <p:extLst>
      <p:ext uri="{BB962C8B-B14F-4D97-AF65-F5344CB8AC3E}">
        <p14:creationId xmlns:p14="http://schemas.microsoft.com/office/powerpoint/2010/main" val="37926855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E7D3D-14DD-06D5-DC1A-62236B772A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413854-A3CE-8BBE-32BE-8E2F24E36E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ABEA63-AD8F-FE98-7708-F684CC0991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9E29C3-819D-5D3B-CDA0-276B3C0FAF2C}"/>
              </a:ext>
            </a:extLst>
          </p:cNvPr>
          <p:cNvSpPr>
            <a:spLocks noGrp="1"/>
          </p:cNvSpPr>
          <p:nvPr>
            <p:ph type="sldNum" sz="quarter" idx="5"/>
          </p:nvPr>
        </p:nvSpPr>
        <p:spPr/>
        <p:txBody>
          <a:bodyPr/>
          <a:lstStyle/>
          <a:p>
            <a:fld id="{9CB98716-6830-4726-8754-F107DE73D649}" type="slidenum">
              <a:rPr lang="en-US" smtClean="0"/>
              <a:t>9</a:t>
            </a:fld>
            <a:endParaRPr lang="en-US"/>
          </a:p>
        </p:txBody>
      </p:sp>
    </p:spTree>
    <p:extLst>
      <p:ext uri="{BB962C8B-B14F-4D97-AF65-F5344CB8AC3E}">
        <p14:creationId xmlns:p14="http://schemas.microsoft.com/office/powerpoint/2010/main" val="6164730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35FE7-0548-CAB2-1103-9C456E7F3A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D83F56-A739-0A3A-6718-BCCE89AA0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562FE4-AAF0-4B1C-C5F6-392F968152F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CB5CE5-8683-D2B4-98BF-DD87D6B1A7A4}"/>
              </a:ext>
            </a:extLst>
          </p:cNvPr>
          <p:cNvSpPr>
            <a:spLocks noGrp="1"/>
          </p:cNvSpPr>
          <p:nvPr>
            <p:ph type="sldNum" sz="quarter" idx="5"/>
          </p:nvPr>
        </p:nvSpPr>
        <p:spPr/>
        <p:txBody>
          <a:bodyPr/>
          <a:lstStyle/>
          <a:p>
            <a:fld id="{9CB98716-6830-4726-8754-F107DE73D649}" type="slidenum">
              <a:rPr lang="en-US" smtClean="0"/>
              <a:t>10</a:t>
            </a:fld>
            <a:endParaRPr lang="en-US"/>
          </a:p>
        </p:txBody>
      </p:sp>
    </p:spTree>
    <p:extLst>
      <p:ext uri="{BB962C8B-B14F-4D97-AF65-F5344CB8AC3E}">
        <p14:creationId xmlns:p14="http://schemas.microsoft.com/office/powerpoint/2010/main" val="13593096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6590E-1A0E-DEE4-932F-8A1B0ACE46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615313-9B32-9233-E0D2-CAA5AC7810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738834-872B-D4B6-86A1-F804D7A9943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48750F-7C90-CCE6-AC7F-900DABEC45F5}"/>
              </a:ext>
            </a:extLst>
          </p:cNvPr>
          <p:cNvSpPr>
            <a:spLocks noGrp="1"/>
          </p:cNvSpPr>
          <p:nvPr>
            <p:ph type="sldNum" sz="quarter" idx="5"/>
          </p:nvPr>
        </p:nvSpPr>
        <p:spPr/>
        <p:txBody>
          <a:bodyPr/>
          <a:lstStyle/>
          <a:p>
            <a:fld id="{9CB98716-6830-4726-8754-F107DE73D649}" type="slidenum">
              <a:rPr lang="en-US" smtClean="0"/>
              <a:t>11</a:t>
            </a:fld>
            <a:endParaRPr lang="en-US"/>
          </a:p>
        </p:txBody>
      </p:sp>
    </p:spTree>
    <p:extLst>
      <p:ext uri="{BB962C8B-B14F-4D97-AF65-F5344CB8AC3E}">
        <p14:creationId xmlns:p14="http://schemas.microsoft.com/office/powerpoint/2010/main" val="39916237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886B3-FE82-7F17-BD8E-ED9AD72A0D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5D9F50-2AE8-A619-A535-4A42ACBDC3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75A806-6EA5-83D2-63ED-443E9BAE84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25F550D-7125-2F61-9775-37E7200FD3EE}"/>
              </a:ext>
            </a:extLst>
          </p:cNvPr>
          <p:cNvSpPr>
            <a:spLocks noGrp="1"/>
          </p:cNvSpPr>
          <p:nvPr>
            <p:ph type="sldNum" sz="quarter" idx="5"/>
          </p:nvPr>
        </p:nvSpPr>
        <p:spPr/>
        <p:txBody>
          <a:bodyPr/>
          <a:lstStyle/>
          <a:p>
            <a:fld id="{9CB98716-6830-4726-8754-F107DE73D649}" type="slidenum">
              <a:rPr lang="en-US" smtClean="0"/>
              <a:t>12</a:t>
            </a:fld>
            <a:endParaRPr lang="en-US"/>
          </a:p>
        </p:txBody>
      </p:sp>
    </p:spTree>
    <p:extLst>
      <p:ext uri="{BB962C8B-B14F-4D97-AF65-F5344CB8AC3E}">
        <p14:creationId xmlns:p14="http://schemas.microsoft.com/office/powerpoint/2010/main" val="15357922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739C0-6FFD-DE9C-E0C3-54DD138830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621C38-5F34-3D5A-B65D-A527386FE9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BB1993-712A-7C5C-E14E-83CD4E8D3D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63B6E97-9274-F3A6-41B5-29F5E44874CD}"/>
              </a:ext>
            </a:extLst>
          </p:cNvPr>
          <p:cNvSpPr>
            <a:spLocks noGrp="1"/>
          </p:cNvSpPr>
          <p:nvPr>
            <p:ph type="sldNum" sz="quarter" idx="5"/>
          </p:nvPr>
        </p:nvSpPr>
        <p:spPr/>
        <p:txBody>
          <a:bodyPr/>
          <a:lstStyle/>
          <a:p>
            <a:fld id="{9CB98716-6830-4726-8754-F107DE73D649}" type="slidenum">
              <a:rPr lang="en-US" smtClean="0"/>
              <a:t>13</a:t>
            </a:fld>
            <a:endParaRPr lang="en-US"/>
          </a:p>
        </p:txBody>
      </p:sp>
    </p:spTree>
    <p:extLst>
      <p:ext uri="{BB962C8B-B14F-4D97-AF65-F5344CB8AC3E}">
        <p14:creationId xmlns:p14="http://schemas.microsoft.com/office/powerpoint/2010/main" val="30514757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2682A-C18B-0E8B-DE07-8FDEB22A36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765FFC-27DF-3DF0-7FFA-C328344EE1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B2E231-EC0B-F610-5265-743A50E489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64FBC2-6A3C-FE86-0C35-2A8F998EAEB2}"/>
              </a:ext>
            </a:extLst>
          </p:cNvPr>
          <p:cNvSpPr>
            <a:spLocks noGrp="1"/>
          </p:cNvSpPr>
          <p:nvPr>
            <p:ph type="sldNum" sz="quarter" idx="5"/>
          </p:nvPr>
        </p:nvSpPr>
        <p:spPr/>
        <p:txBody>
          <a:bodyPr/>
          <a:lstStyle/>
          <a:p>
            <a:fld id="{9CB98716-6830-4726-8754-F107DE73D649}" type="slidenum">
              <a:rPr lang="en-US" smtClean="0"/>
              <a:t>14</a:t>
            </a:fld>
            <a:endParaRPr lang="en-US"/>
          </a:p>
        </p:txBody>
      </p:sp>
    </p:spTree>
    <p:extLst>
      <p:ext uri="{BB962C8B-B14F-4D97-AF65-F5344CB8AC3E}">
        <p14:creationId xmlns:p14="http://schemas.microsoft.com/office/powerpoint/2010/main" val="25373484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D954C-AF25-0261-4D8A-BB44C5543A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1C61DD-63EC-B557-B4A9-D87568AAC1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BDA888-5008-FB88-0DAA-85D5ACD717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313728-3878-5128-C5AD-AE9EB7F0935C}"/>
              </a:ext>
            </a:extLst>
          </p:cNvPr>
          <p:cNvSpPr>
            <a:spLocks noGrp="1"/>
          </p:cNvSpPr>
          <p:nvPr>
            <p:ph type="sldNum" sz="quarter" idx="5"/>
          </p:nvPr>
        </p:nvSpPr>
        <p:spPr/>
        <p:txBody>
          <a:bodyPr/>
          <a:lstStyle/>
          <a:p>
            <a:fld id="{9CB98716-6830-4726-8754-F107DE73D649}" type="slidenum">
              <a:rPr lang="en-US" smtClean="0"/>
              <a:t>15</a:t>
            </a:fld>
            <a:endParaRPr lang="en-US"/>
          </a:p>
        </p:txBody>
      </p:sp>
    </p:spTree>
    <p:extLst>
      <p:ext uri="{BB962C8B-B14F-4D97-AF65-F5344CB8AC3E}">
        <p14:creationId xmlns:p14="http://schemas.microsoft.com/office/powerpoint/2010/main" val="18296222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83BF0-5897-E123-DAAC-289413CBC2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1BE006-940B-E2F0-ADF6-B8AFED4943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05D882-A5FF-BA60-87C9-0107D0A70A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2F11254-5E5D-D9BD-B6FF-88365D401E4B}"/>
              </a:ext>
            </a:extLst>
          </p:cNvPr>
          <p:cNvSpPr>
            <a:spLocks noGrp="1"/>
          </p:cNvSpPr>
          <p:nvPr>
            <p:ph type="sldNum" sz="quarter" idx="5"/>
          </p:nvPr>
        </p:nvSpPr>
        <p:spPr/>
        <p:txBody>
          <a:bodyPr/>
          <a:lstStyle/>
          <a:p>
            <a:fld id="{9CB98716-6830-4726-8754-F107DE73D649}" type="slidenum">
              <a:rPr lang="en-US" smtClean="0"/>
              <a:t>16</a:t>
            </a:fld>
            <a:endParaRPr lang="en-US"/>
          </a:p>
        </p:txBody>
      </p:sp>
    </p:spTree>
    <p:extLst>
      <p:ext uri="{BB962C8B-B14F-4D97-AF65-F5344CB8AC3E}">
        <p14:creationId xmlns:p14="http://schemas.microsoft.com/office/powerpoint/2010/main" val="6606982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6163C-1E83-00E1-B371-8833B42B48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F12641-AFED-666A-8E58-C86803AD67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007A18-E2C0-3B01-CBDC-1758B3A898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43D704-374A-1B5B-6296-5635D21D624C}"/>
              </a:ext>
            </a:extLst>
          </p:cNvPr>
          <p:cNvSpPr>
            <a:spLocks noGrp="1"/>
          </p:cNvSpPr>
          <p:nvPr>
            <p:ph type="sldNum" sz="quarter" idx="5"/>
          </p:nvPr>
        </p:nvSpPr>
        <p:spPr/>
        <p:txBody>
          <a:bodyPr/>
          <a:lstStyle/>
          <a:p>
            <a:fld id="{9CB98716-6830-4726-8754-F107DE73D649}" type="slidenum">
              <a:rPr lang="en-US" smtClean="0"/>
              <a:t>17</a:t>
            </a:fld>
            <a:endParaRPr lang="en-US"/>
          </a:p>
        </p:txBody>
      </p:sp>
    </p:spTree>
    <p:extLst>
      <p:ext uri="{BB962C8B-B14F-4D97-AF65-F5344CB8AC3E}">
        <p14:creationId xmlns:p14="http://schemas.microsoft.com/office/powerpoint/2010/main" val="29925254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7DCFD-E739-3E2F-4FBD-607E736A88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CFAEE2-8B47-46E1-510E-63009D747A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1B7128-50D2-7D24-D97E-49F9CB88AB8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2DC818-8134-2AFF-6483-B7CA3B4DC3CB}"/>
              </a:ext>
            </a:extLst>
          </p:cNvPr>
          <p:cNvSpPr>
            <a:spLocks noGrp="1"/>
          </p:cNvSpPr>
          <p:nvPr>
            <p:ph type="sldNum" sz="quarter" idx="5"/>
          </p:nvPr>
        </p:nvSpPr>
        <p:spPr/>
        <p:txBody>
          <a:bodyPr/>
          <a:lstStyle/>
          <a:p>
            <a:fld id="{9CB98716-6830-4726-8754-F107DE73D649}" type="slidenum">
              <a:rPr lang="en-US" smtClean="0"/>
              <a:t>18</a:t>
            </a:fld>
            <a:endParaRPr lang="en-US"/>
          </a:p>
        </p:txBody>
      </p:sp>
    </p:spTree>
    <p:extLst>
      <p:ext uri="{BB962C8B-B14F-4D97-AF65-F5344CB8AC3E}">
        <p14:creationId xmlns:p14="http://schemas.microsoft.com/office/powerpoint/2010/main" val="22103895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9AE33-10FC-0FAE-DBD5-6728628268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A5A778-2609-D10F-B644-42BE874E60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49BB7E-CCA5-2656-A783-57212F33E03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C277E1-4ECD-9875-DE64-298A41C3E08D}"/>
              </a:ext>
            </a:extLst>
          </p:cNvPr>
          <p:cNvSpPr>
            <a:spLocks noGrp="1"/>
          </p:cNvSpPr>
          <p:nvPr>
            <p:ph type="sldNum" sz="quarter" idx="5"/>
          </p:nvPr>
        </p:nvSpPr>
        <p:spPr/>
        <p:txBody>
          <a:bodyPr/>
          <a:lstStyle/>
          <a:p>
            <a:fld id="{9CB98716-6830-4726-8754-F107DE73D649}" type="slidenum">
              <a:rPr lang="en-US" smtClean="0"/>
              <a:t>19</a:t>
            </a:fld>
            <a:endParaRPr lang="en-US"/>
          </a:p>
        </p:txBody>
      </p:sp>
    </p:spTree>
    <p:extLst>
      <p:ext uri="{BB962C8B-B14F-4D97-AF65-F5344CB8AC3E}">
        <p14:creationId xmlns:p14="http://schemas.microsoft.com/office/powerpoint/2010/main" val="19189228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3343D-11B9-A714-5A4B-CD7C7E3309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313021-1EBF-D218-BE03-BA6D110C77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E582B9-6D4E-4CE6-3FEC-789991D629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EEDC149-4451-7426-076C-024FC1F0362A}"/>
              </a:ext>
            </a:extLst>
          </p:cNvPr>
          <p:cNvSpPr>
            <a:spLocks noGrp="1"/>
          </p:cNvSpPr>
          <p:nvPr>
            <p:ph type="sldNum" sz="quarter" idx="5"/>
          </p:nvPr>
        </p:nvSpPr>
        <p:spPr/>
        <p:txBody>
          <a:bodyPr/>
          <a:lstStyle/>
          <a:p>
            <a:fld id="{9CB98716-6830-4726-8754-F107DE73D649}" type="slidenum">
              <a:rPr lang="en-US" smtClean="0"/>
              <a:t>20</a:t>
            </a:fld>
            <a:endParaRPr lang="en-US"/>
          </a:p>
        </p:txBody>
      </p:sp>
    </p:spTree>
    <p:extLst>
      <p:ext uri="{BB962C8B-B14F-4D97-AF65-F5344CB8AC3E}">
        <p14:creationId xmlns:p14="http://schemas.microsoft.com/office/powerpoint/2010/main" val="42783994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28928-AD2F-3275-E9AD-3CE7F3DFAC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413A56-000C-3281-8352-24CC912D7D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4AB85B-4733-070E-1D3B-C27F80BEBD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4D3449-50C9-3D46-7EAD-69B5487A58E1}"/>
              </a:ext>
            </a:extLst>
          </p:cNvPr>
          <p:cNvSpPr>
            <a:spLocks noGrp="1"/>
          </p:cNvSpPr>
          <p:nvPr>
            <p:ph type="sldNum" sz="quarter" idx="5"/>
          </p:nvPr>
        </p:nvSpPr>
        <p:spPr/>
        <p:txBody>
          <a:bodyPr/>
          <a:lstStyle/>
          <a:p>
            <a:fld id="{9CB98716-6830-4726-8754-F107DE73D649}" type="slidenum">
              <a:rPr lang="en-US" smtClean="0"/>
              <a:t>21</a:t>
            </a:fld>
            <a:endParaRPr lang="en-US"/>
          </a:p>
        </p:txBody>
      </p:sp>
    </p:spTree>
    <p:extLst>
      <p:ext uri="{BB962C8B-B14F-4D97-AF65-F5344CB8AC3E}">
        <p14:creationId xmlns:p14="http://schemas.microsoft.com/office/powerpoint/2010/main" val="26225367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A7C42-4093-CA7D-0F7B-F49020301A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D6B8E5-74A9-752F-3D40-511B052617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B419C8-318E-8D4A-46D8-9CBBC43355E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E4962E-A22A-4D95-CDA8-A9B127AD83AE}"/>
              </a:ext>
            </a:extLst>
          </p:cNvPr>
          <p:cNvSpPr>
            <a:spLocks noGrp="1"/>
          </p:cNvSpPr>
          <p:nvPr>
            <p:ph type="sldNum" sz="quarter" idx="5"/>
          </p:nvPr>
        </p:nvSpPr>
        <p:spPr/>
        <p:txBody>
          <a:bodyPr/>
          <a:lstStyle/>
          <a:p>
            <a:fld id="{9CB98716-6830-4726-8754-F107DE73D649}" type="slidenum">
              <a:rPr lang="en-US" smtClean="0"/>
              <a:t>22</a:t>
            </a:fld>
            <a:endParaRPr lang="en-US"/>
          </a:p>
        </p:txBody>
      </p:sp>
    </p:spTree>
    <p:extLst>
      <p:ext uri="{BB962C8B-B14F-4D97-AF65-F5344CB8AC3E}">
        <p14:creationId xmlns:p14="http://schemas.microsoft.com/office/powerpoint/2010/main" val="17804998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084A7-7FF3-63E2-0599-E1066F5461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CAEA1F-0B2F-199A-88ED-A8E67262E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C174F2-6D86-02A6-0989-D400016CDD0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F86A80-6B2C-14AB-FC61-A9514796A1B4}"/>
              </a:ext>
            </a:extLst>
          </p:cNvPr>
          <p:cNvSpPr>
            <a:spLocks noGrp="1"/>
          </p:cNvSpPr>
          <p:nvPr>
            <p:ph type="sldNum" sz="quarter" idx="5"/>
          </p:nvPr>
        </p:nvSpPr>
        <p:spPr/>
        <p:txBody>
          <a:bodyPr/>
          <a:lstStyle/>
          <a:p>
            <a:fld id="{9CB98716-6830-4726-8754-F107DE73D649}" type="slidenum">
              <a:rPr lang="en-US" smtClean="0"/>
              <a:t>23</a:t>
            </a:fld>
            <a:endParaRPr lang="en-US"/>
          </a:p>
        </p:txBody>
      </p:sp>
    </p:spTree>
    <p:extLst>
      <p:ext uri="{BB962C8B-B14F-4D97-AF65-F5344CB8AC3E}">
        <p14:creationId xmlns:p14="http://schemas.microsoft.com/office/powerpoint/2010/main" val="31096351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B48FE-DD20-C68D-7ECC-890A51BC8A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DB7C24-760E-CFA6-B5FE-9BCFA6627B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658F7F-5082-DF31-AE02-871D62FBB5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BD76CDA-1C55-4FC0-2532-DB282162659A}"/>
              </a:ext>
            </a:extLst>
          </p:cNvPr>
          <p:cNvSpPr>
            <a:spLocks noGrp="1"/>
          </p:cNvSpPr>
          <p:nvPr>
            <p:ph type="sldNum" sz="quarter" idx="5"/>
          </p:nvPr>
        </p:nvSpPr>
        <p:spPr/>
        <p:txBody>
          <a:bodyPr/>
          <a:lstStyle/>
          <a:p>
            <a:fld id="{9CB98716-6830-4726-8754-F107DE73D649}" type="slidenum">
              <a:rPr lang="en-US" smtClean="0"/>
              <a:t>24</a:t>
            </a:fld>
            <a:endParaRPr lang="en-US"/>
          </a:p>
        </p:txBody>
      </p:sp>
    </p:spTree>
    <p:extLst>
      <p:ext uri="{BB962C8B-B14F-4D97-AF65-F5344CB8AC3E}">
        <p14:creationId xmlns:p14="http://schemas.microsoft.com/office/powerpoint/2010/main" val="39787573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80F6F6-68E5-A4E1-ACC3-291D5BC082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2A3499-3646-D9EB-4B1B-857ECA4973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4C5B27-2719-340E-8961-BEC4D3A551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A98124-5B4C-D10E-0E57-9847A9AC5594}"/>
              </a:ext>
            </a:extLst>
          </p:cNvPr>
          <p:cNvSpPr>
            <a:spLocks noGrp="1"/>
          </p:cNvSpPr>
          <p:nvPr>
            <p:ph type="sldNum" sz="quarter" idx="5"/>
          </p:nvPr>
        </p:nvSpPr>
        <p:spPr/>
        <p:txBody>
          <a:bodyPr/>
          <a:lstStyle/>
          <a:p>
            <a:fld id="{9CB98716-6830-4726-8754-F107DE73D649}" type="slidenum">
              <a:rPr lang="en-US" smtClean="0"/>
              <a:t>25</a:t>
            </a:fld>
            <a:endParaRPr lang="en-US"/>
          </a:p>
        </p:txBody>
      </p:sp>
    </p:spTree>
    <p:extLst>
      <p:ext uri="{BB962C8B-B14F-4D97-AF65-F5344CB8AC3E}">
        <p14:creationId xmlns:p14="http://schemas.microsoft.com/office/powerpoint/2010/main" val="38868611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1AF23-8571-EF43-1AE1-ACFD6163B9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3CB7F0-21E2-6B41-8F3E-17B6134CF8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7A57D9-4209-6FC3-2539-FE293AF752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85708A-1588-E092-D1DE-C7F31DA8C1A5}"/>
              </a:ext>
            </a:extLst>
          </p:cNvPr>
          <p:cNvSpPr>
            <a:spLocks noGrp="1"/>
          </p:cNvSpPr>
          <p:nvPr>
            <p:ph type="sldNum" sz="quarter" idx="5"/>
          </p:nvPr>
        </p:nvSpPr>
        <p:spPr/>
        <p:txBody>
          <a:bodyPr/>
          <a:lstStyle/>
          <a:p>
            <a:fld id="{9CB98716-6830-4726-8754-F107DE73D649}" type="slidenum">
              <a:rPr lang="en-US" smtClean="0"/>
              <a:t>26</a:t>
            </a:fld>
            <a:endParaRPr lang="en-US"/>
          </a:p>
        </p:txBody>
      </p:sp>
    </p:spTree>
    <p:extLst>
      <p:ext uri="{BB962C8B-B14F-4D97-AF65-F5344CB8AC3E}">
        <p14:creationId xmlns:p14="http://schemas.microsoft.com/office/powerpoint/2010/main" val="27451310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074C7-6602-5634-AF40-7EF66DC503D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3452570-8CCE-2357-4BF1-6793657BDB3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568C9E0-9B1E-E48C-21DB-5A32353E5B3D}"/>
              </a:ext>
            </a:extLst>
          </p:cNvPr>
          <p:cNvSpPr>
            <a:spLocks noGrp="1"/>
          </p:cNvSpPr>
          <p:nvPr>
            <p:ph type="dt" sz="half" idx="10"/>
          </p:nvPr>
        </p:nvSpPr>
        <p:spPr/>
        <p:txBody>
          <a:bodyPr/>
          <a:lstStyle/>
          <a:p>
            <a:fld id="{EE7FC4FF-A5B5-49B5-AF2E-5BC38B72E229}" type="datetimeFigureOut">
              <a:rPr lang="en-US" smtClean="0"/>
              <a:t>6/12/2026</a:t>
            </a:fld>
            <a:endParaRPr lang="en-US"/>
          </a:p>
        </p:txBody>
      </p:sp>
      <p:sp>
        <p:nvSpPr>
          <p:cNvPr id="5" name="Footer Placeholder 4">
            <a:extLst>
              <a:ext uri="{FF2B5EF4-FFF2-40B4-BE49-F238E27FC236}">
                <a16:creationId xmlns:a16="http://schemas.microsoft.com/office/drawing/2014/main" id="{D27501DD-3559-C27E-383B-C58CCD78BE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69C152-0AC0-EDF0-51C3-50498E9EF53A}"/>
              </a:ext>
            </a:extLst>
          </p:cNvPr>
          <p:cNvSpPr>
            <a:spLocks noGrp="1"/>
          </p:cNvSpPr>
          <p:nvPr>
            <p:ph type="sldNum" sz="quarter" idx="12"/>
          </p:nvPr>
        </p:nvSpPr>
        <p:spPr/>
        <p:txBody>
          <a:bodyPr/>
          <a:lstStyle/>
          <a:p>
            <a:fld id="{7349ABBF-AF86-4092-A785-512059A90E4D}" type="slidenum">
              <a:rPr lang="en-US" smtClean="0"/>
              <a:t>‹#›</a:t>
            </a:fld>
            <a:endParaRPr lang="en-US"/>
          </a:p>
        </p:txBody>
      </p:sp>
    </p:spTree>
    <p:extLst>
      <p:ext uri="{BB962C8B-B14F-4D97-AF65-F5344CB8AC3E}">
        <p14:creationId xmlns:p14="http://schemas.microsoft.com/office/powerpoint/2010/main" val="8505453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B9E93-BEE7-68BF-966F-2D58D01A9FB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17C50AC-E88A-FC90-1D2B-3389F38F2B2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5BB67B-C35D-EB4D-8A18-BED06CA0C79F}"/>
              </a:ext>
            </a:extLst>
          </p:cNvPr>
          <p:cNvSpPr>
            <a:spLocks noGrp="1"/>
          </p:cNvSpPr>
          <p:nvPr>
            <p:ph type="dt" sz="half" idx="10"/>
          </p:nvPr>
        </p:nvSpPr>
        <p:spPr/>
        <p:txBody>
          <a:bodyPr/>
          <a:lstStyle/>
          <a:p>
            <a:fld id="{EE7FC4FF-A5B5-49B5-AF2E-5BC38B72E229}" type="datetimeFigureOut">
              <a:rPr lang="en-US" smtClean="0"/>
              <a:t>6/12/2026</a:t>
            </a:fld>
            <a:endParaRPr lang="en-US"/>
          </a:p>
        </p:txBody>
      </p:sp>
      <p:sp>
        <p:nvSpPr>
          <p:cNvPr id="5" name="Footer Placeholder 4">
            <a:extLst>
              <a:ext uri="{FF2B5EF4-FFF2-40B4-BE49-F238E27FC236}">
                <a16:creationId xmlns:a16="http://schemas.microsoft.com/office/drawing/2014/main" id="{9082008A-70CE-3D25-3294-D732B6EAF1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6BED52-1B33-0761-27D4-D381CA3A72B3}"/>
              </a:ext>
            </a:extLst>
          </p:cNvPr>
          <p:cNvSpPr>
            <a:spLocks noGrp="1"/>
          </p:cNvSpPr>
          <p:nvPr>
            <p:ph type="sldNum" sz="quarter" idx="12"/>
          </p:nvPr>
        </p:nvSpPr>
        <p:spPr/>
        <p:txBody>
          <a:bodyPr/>
          <a:lstStyle/>
          <a:p>
            <a:fld id="{7349ABBF-AF86-4092-A785-512059A90E4D}" type="slidenum">
              <a:rPr lang="en-US" smtClean="0"/>
              <a:t>‹#›</a:t>
            </a:fld>
            <a:endParaRPr lang="en-US"/>
          </a:p>
        </p:txBody>
      </p:sp>
    </p:spTree>
    <p:extLst>
      <p:ext uri="{BB962C8B-B14F-4D97-AF65-F5344CB8AC3E}">
        <p14:creationId xmlns:p14="http://schemas.microsoft.com/office/powerpoint/2010/main" val="12338464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DF04C-50AD-8FFA-80A6-8713D6EE7F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9A26162-8E13-D4CD-2BEE-B585345B017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932A4BC-5A2F-3EA8-36DF-18AFDAA75491}"/>
              </a:ext>
            </a:extLst>
          </p:cNvPr>
          <p:cNvSpPr>
            <a:spLocks noGrp="1"/>
          </p:cNvSpPr>
          <p:nvPr>
            <p:ph type="dt" sz="half" idx="10"/>
          </p:nvPr>
        </p:nvSpPr>
        <p:spPr/>
        <p:txBody>
          <a:bodyPr/>
          <a:lstStyle/>
          <a:p>
            <a:fld id="{EE7FC4FF-A5B5-49B5-AF2E-5BC38B72E229}" type="datetimeFigureOut">
              <a:rPr lang="en-US" smtClean="0"/>
              <a:t>6/12/2026</a:t>
            </a:fld>
            <a:endParaRPr lang="en-US"/>
          </a:p>
        </p:txBody>
      </p:sp>
      <p:sp>
        <p:nvSpPr>
          <p:cNvPr id="5" name="Footer Placeholder 4">
            <a:extLst>
              <a:ext uri="{FF2B5EF4-FFF2-40B4-BE49-F238E27FC236}">
                <a16:creationId xmlns:a16="http://schemas.microsoft.com/office/drawing/2014/main" id="{10F57DDA-57C6-464A-FE11-B703DEF7EA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C980B4-A8E5-7878-27FF-577FC7BB1931}"/>
              </a:ext>
            </a:extLst>
          </p:cNvPr>
          <p:cNvSpPr>
            <a:spLocks noGrp="1"/>
          </p:cNvSpPr>
          <p:nvPr>
            <p:ph type="sldNum" sz="quarter" idx="12"/>
          </p:nvPr>
        </p:nvSpPr>
        <p:spPr/>
        <p:txBody>
          <a:bodyPr/>
          <a:lstStyle/>
          <a:p>
            <a:fld id="{7349ABBF-AF86-4092-A785-512059A90E4D}" type="slidenum">
              <a:rPr lang="en-US" smtClean="0"/>
              <a:t>‹#›</a:t>
            </a:fld>
            <a:endParaRPr lang="en-US"/>
          </a:p>
        </p:txBody>
      </p:sp>
    </p:spTree>
    <p:extLst>
      <p:ext uri="{BB962C8B-B14F-4D97-AF65-F5344CB8AC3E}">
        <p14:creationId xmlns:p14="http://schemas.microsoft.com/office/powerpoint/2010/main" val="18985696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D3FCC-3D2C-1B0C-13A1-3ED2D7DAE4F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7D32B32-6734-AD68-B532-B4E80E07F5B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6A191EB-A9EF-6AFA-1B1D-987957CD7BA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E5D5B85-917F-AC26-0E7D-664BFF23BA81}"/>
              </a:ext>
            </a:extLst>
          </p:cNvPr>
          <p:cNvSpPr>
            <a:spLocks noGrp="1"/>
          </p:cNvSpPr>
          <p:nvPr>
            <p:ph type="dt" sz="half" idx="10"/>
          </p:nvPr>
        </p:nvSpPr>
        <p:spPr/>
        <p:txBody>
          <a:bodyPr/>
          <a:lstStyle/>
          <a:p>
            <a:fld id="{EE7FC4FF-A5B5-49B5-AF2E-5BC38B72E229}" type="datetimeFigureOut">
              <a:rPr lang="en-US" smtClean="0"/>
              <a:t>6/12/2026</a:t>
            </a:fld>
            <a:endParaRPr lang="en-US"/>
          </a:p>
        </p:txBody>
      </p:sp>
      <p:sp>
        <p:nvSpPr>
          <p:cNvPr id="6" name="Footer Placeholder 5">
            <a:extLst>
              <a:ext uri="{FF2B5EF4-FFF2-40B4-BE49-F238E27FC236}">
                <a16:creationId xmlns:a16="http://schemas.microsoft.com/office/drawing/2014/main" id="{59A0CF8F-82C0-FD5A-286F-2E20DBA40E0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03E44D-8576-C9F5-2505-CF6DFF7B7AB0}"/>
              </a:ext>
            </a:extLst>
          </p:cNvPr>
          <p:cNvSpPr>
            <a:spLocks noGrp="1"/>
          </p:cNvSpPr>
          <p:nvPr>
            <p:ph type="sldNum" sz="quarter" idx="12"/>
          </p:nvPr>
        </p:nvSpPr>
        <p:spPr/>
        <p:txBody>
          <a:bodyPr/>
          <a:lstStyle/>
          <a:p>
            <a:fld id="{7349ABBF-AF86-4092-A785-512059A90E4D}" type="slidenum">
              <a:rPr lang="en-US" smtClean="0"/>
              <a:t>‹#›</a:t>
            </a:fld>
            <a:endParaRPr lang="en-US"/>
          </a:p>
        </p:txBody>
      </p:sp>
    </p:spTree>
    <p:extLst>
      <p:ext uri="{BB962C8B-B14F-4D97-AF65-F5344CB8AC3E}">
        <p14:creationId xmlns:p14="http://schemas.microsoft.com/office/powerpoint/2010/main" val="9496493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407FB-F895-BF2C-72B1-91C2FDB1800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4CDB67D-B170-C887-371F-A1F21B4D076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F3150C3-B7EC-640B-6DBF-49CE86D80B8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C4BF941-58E8-509C-7BF1-E0E9E1B6681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A4C80BF-063B-75FC-1699-7327E01A6C1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73BB885-EA20-D9B0-92EA-1A711CF52AD9}"/>
              </a:ext>
            </a:extLst>
          </p:cNvPr>
          <p:cNvSpPr>
            <a:spLocks noGrp="1"/>
          </p:cNvSpPr>
          <p:nvPr>
            <p:ph type="dt" sz="half" idx="10"/>
          </p:nvPr>
        </p:nvSpPr>
        <p:spPr/>
        <p:txBody>
          <a:bodyPr/>
          <a:lstStyle/>
          <a:p>
            <a:fld id="{EE7FC4FF-A5B5-49B5-AF2E-5BC38B72E229}" type="datetimeFigureOut">
              <a:rPr lang="en-US" smtClean="0"/>
              <a:t>6/12/2026</a:t>
            </a:fld>
            <a:endParaRPr lang="en-US"/>
          </a:p>
        </p:txBody>
      </p:sp>
      <p:sp>
        <p:nvSpPr>
          <p:cNvPr id="8" name="Footer Placeholder 7">
            <a:extLst>
              <a:ext uri="{FF2B5EF4-FFF2-40B4-BE49-F238E27FC236}">
                <a16:creationId xmlns:a16="http://schemas.microsoft.com/office/drawing/2014/main" id="{CF539981-6B88-8F9D-CA77-C8F2268A9D8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BAC19A-66C4-FB50-2886-A1735D986461}"/>
              </a:ext>
            </a:extLst>
          </p:cNvPr>
          <p:cNvSpPr>
            <a:spLocks noGrp="1"/>
          </p:cNvSpPr>
          <p:nvPr>
            <p:ph type="sldNum" sz="quarter" idx="12"/>
          </p:nvPr>
        </p:nvSpPr>
        <p:spPr/>
        <p:txBody>
          <a:bodyPr/>
          <a:lstStyle/>
          <a:p>
            <a:fld id="{7349ABBF-AF86-4092-A785-512059A90E4D}" type="slidenum">
              <a:rPr lang="en-US" smtClean="0"/>
              <a:t>‹#›</a:t>
            </a:fld>
            <a:endParaRPr lang="en-US"/>
          </a:p>
        </p:txBody>
      </p:sp>
    </p:spTree>
    <p:extLst>
      <p:ext uri="{BB962C8B-B14F-4D97-AF65-F5344CB8AC3E}">
        <p14:creationId xmlns:p14="http://schemas.microsoft.com/office/powerpoint/2010/main" val="36617718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3DC8B-ED13-AB4A-6599-1C27BF905DC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A4080F4-0361-C4CA-A33C-E4E6C40F6E1A}"/>
              </a:ext>
            </a:extLst>
          </p:cNvPr>
          <p:cNvSpPr>
            <a:spLocks noGrp="1"/>
          </p:cNvSpPr>
          <p:nvPr>
            <p:ph type="dt" sz="half" idx="10"/>
          </p:nvPr>
        </p:nvSpPr>
        <p:spPr/>
        <p:txBody>
          <a:bodyPr/>
          <a:lstStyle/>
          <a:p>
            <a:fld id="{EE7FC4FF-A5B5-49B5-AF2E-5BC38B72E229}" type="datetimeFigureOut">
              <a:rPr lang="en-US" smtClean="0"/>
              <a:t>6/12/2026</a:t>
            </a:fld>
            <a:endParaRPr lang="en-US"/>
          </a:p>
        </p:txBody>
      </p:sp>
      <p:sp>
        <p:nvSpPr>
          <p:cNvPr id="4" name="Footer Placeholder 3">
            <a:extLst>
              <a:ext uri="{FF2B5EF4-FFF2-40B4-BE49-F238E27FC236}">
                <a16:creationId xmlns:a16="http://schemas.microsoft.com/office/drawing/2014/main" id="{A4348E4C-79A8-52AF-9E35-592126E1E49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4A9C62B-BE6A-599B-86CE-A78BB47E16E6}"/>
              </a:ext>
            </a:extLst>
          </p:cNvPr>
          <p:cNvSpPr>
            <a:spLocks noGrp="1"/>
          </p:cNvSpPr>
          <p:nvPr>
            <p:ph type="sldNum" sz="quarter" idx="12"/>
          </p:nvPr>
        </p:nvSpPr>
        <p:spPr/>
        <p:txBody>
          <a:bodyPr/>
          <a:lstStyle/>
          <a:p>
            <a:fld id="{7349ABBF-AF86-4092-A785-512059A90E4D}" type="slidenum">
              <a:rPr lang="en-US" smtClean="0"/>
              <a:t>‹#›</a:t>
            </a:fld>
            <a:endParaRPr lang="en-US"/>
          </a:p>
        </p:txBody>
      </p:sp>
    </p:spTree>
    <p:extLst>
      <p:ext uri="{BB962C8B-B14F-4D97-AF65-F5344CB8AC3E}">
        <p14:creationId xmlns:p14="http://schemas.microsoft.com/office/powerpoint/2010/main" val="31304372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15FA291-9722-4305-6D0B-333ED166D9F8}"/>
              </a:ext>
            </a:extLst>
          </p:cNvPr>
          <p:cNvSpPr>
            <a:spLocks noGrp="1"/>
          </p:cNvSpPr>
          <p:nvPr>
            <p:ph type="dt" sz="half" idx="10"/>
          </p:nvPr>
        </p:nvSpPr>
        <p:spPr/>
        <p:txBody>
          <a:bodyPr/>
          <a:lstStyle/>
          <a:p>
            <a:fld id="{EE7FC4FF-A5B5-49B5-AF2E-5BC38B72E229}" type="datetimeFigureOut">
              <a:rPr lang="en-US" smtClean="0"/>
              <a:t>6/12/2026</a:t>
            </a:fld>
            <a:endParaRPr lang="en-US"/>
          </a:p>
        </p:txBody>
      </p:sp>
      <p:sp>
        <p:nvSpPr>
          <p:cNvPr id="3" name="Footer Placeholder 2">
            <a:extLst>
              <a:ext uri="{FF2B5EF4-FFF2-40B4-BE49-F238E27FC236}">
                <a16:creationId xmlns:a16="http://schemas.microsoft.com/office/drawing/2014/main" id="{04310424-EC54-31B5-585E-6987CB32400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9A4385D-52CB-CC43-36EC-0DB5BB24FD99}"/>
              </a:ext>
            </a:extLst>
          </p:cNvPr>
          <p:cNvSpPr>
            <a:spLocks noGrp="1"/>
          </p:cNvSpPr>
          <p:nvPr>
            <p:ph type="sldNum" sz="quarter" idx="12"/>
          </p:nvPr>
        </p:nvSpPr>
        <p:spPr/>
        <p:txBody>
          <a:bodyPr/>
          <a:lstStyle/>
          <a:p>
            <a:fld id="{7349ABBF-AF86-4092-A785-512059A90E4D}" type="slidenum">
              <a:rPr lang="en-US" smtClean="0"/>
              <a:t>‹#›</a:t>
            </a:fld>
            <a:endParaRPr lang="en-US"/>
          </a:p>
        </p:txBody>
      </p:sp>
    </p:spTree>
    <p:extLst>
      <p:ext uri="{BB962C8B-B14F-4D97-AF65-F5344CB8AC3E}">
        <p14:creationId xmlns:p14="http://schemas.microsoft.com/office/powerpoint/2010/main" val="22174150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118C0-D6C7-51A8-3F28-6726A94AA4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EF174D4-F8DC-69A1-642A-AD7DACDAE38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8F21A9-11BA-FFC7-0FA2-0ACF5E1CC9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62DF30-AB8A-ABFE-A1E3-9F6A77F34A80}"/>
              </a:ext>
            </a:extLst>
          </p:cNvPr>
          <p:cNvSpPr>
            <a:spLocks noGrp="1"/>
          </p:cNvSpPr>
          <p:nvPr>
            <p:ph type="dt" sz="half" idx="10"/>
          </p:nvPr>
        </p:nvSpPr>
        <p:spPr/>
        <p:txBody>
          <a:bodyPr/>
          <a:lstStyle/>
          <a:p>
            <a:fld id="{EE7FC4FF-A5B5-49B5-AF2E-5BC38B72E229}" type="datetimeFigureOut">
              <a:rPr lang="en-US" smtClean="0"/>
              <a:t>6/12/2026</a:t>
            </a:fld>
            <a:endParaRPr lang="en-US"/>
          </a:p>
        </p:txBody>
      </p:sp>
      <p:sp>
        <p:nvSpPr>
          <p:cNvPr id="6" name="Footer Placeholder 5">
            <a:extLst>
              <a:ext uri="{FF2B5EF4-FFF2-40B4-BE49-F238E27FC236}">
                <a16:creationId xmlns:a16="http://schemas.microsoft.com/office/drawing/2014/main" id="{F8C1E3B3-F2E3-D006-C607-8052A8C186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8118B1-C787-1A3D-EDD6-0965CF3765C4}"/>
              </a:ext>
            </a:extLst>
          </p:cNvPr>
          <p:cNvSpPr>
            <a:spLocks noGrp="1"/>
          </p:cNvSpPr>
          <p:nvPr>
            <p:ph type="sldNum" sz="quarter" idx="12"/>
          </p:nvPr>
        </p:nvSpPr>
        <p:spPr/>
        <p:txBody>
          <a:bodyPr/>
          <a:lstStyle/>
          <a:p>
            <a:fld id="{7349ABBF-AF86-4092-A785-512059A90E4D}" type="slidenum">
              <a:rPr lang="en-US" smtClean="0"/>
              <a:t>‹#›</a:t>
            </a:fld>
            <a:endParaRPr lang="en-US"/>
          </a:p>
        </p:txBody>
      </p:sp>
    </p:spTree>
    <p:extLst>
      <p:ext uri="{BB962C8B-B14F-4D97-AF65-F5344CB8AC3E}">
        <p14:creationId xmlns:p14="http://schemas.microsoft.com/office/powerpoint/2010/main" val="34981544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EDCD8-24E8-084F-FE3E-FD87466670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DC13100-3D1F-3944-DE97-D4F30086154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7EA9678-F698-B9D6-C492-92238EDFE6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07F9BD-A289-6813-91C4-B94F576D4FCA}"/>
              </a:ext>
            </a:extLst>
          </p:cNvPr>
          <p:cNvSpPr>
            <a:spLocks noGrp="1"/>
          </p:cNvSpPr>
          <p:nvPr>
            <p:ph type="dt" sz="half" idx="10"/>
          </p:nvPr>
        </p:nvSpPr>
        <p:spPr/>
        <p:txBody>
          <a:bodyPr/>
          <a:lstStyle/>
          <a:p>
            <a:fld id="{EE7FC4FF-A5B5-49B5-AF2E-5BC38B72E229}" type="datetimeFigureOut">
              <a:rPr lang="en-US" smtClean="0"/>
              <a:t>6/12/2026</a:t>
            </a:fld>
            <a:endParaRPr lang="en-US"/>
          </a:p>
        </p:txBody>
      </p:sp>
      <p:sp>
        <p:nvSpPr>
          <p:cNvPr id="6" name="Footer Placeholder 5">
            <a:extLst>
              <a:ext uri="{FF2B5EF4-FFF2-40B4-BE49-F238E27FC236}">
                <a16:creationId xmlns:a16="http://schemas.microsoft.com/office/drawing/2014/main" id="{1252DD73-4C38-948A-C71C-443A4E589B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C141126-BB1F-8E73-D77B-C17048DD8009}"/>
              </a:ext>
            </a:extLst>
          </p:cNvPr>
          <p:cNvSpPr>
            <a:spLocks noGrp="1"/>
          </p:cNvSpPr>
          <p:nvPr>
            <p:ph type="sldNum" sz="quarter" idx="12"/>
          </p:nvPr>
        </p:nvSpPr>
        <p:spPr/>
        <p:txBody>
          <a:bodyPr/>
          <a:lstStyle/>
          <a:p>
            <a:fld id="{7349ABBF-AF86-4092-A785-512059A90E4D}" type="slidenum">
              <a:rPr lang="en-US" smtClean="0"/>
              <a:t>‹#›</a:t>
            </a:fld>
            <a:endParaRPr lang="en-US"/>
          </a:p>
        </p:txBody>
      </p:sp>
    </p:spTree>
    <p:extLst>
      <p:ext uri="{BB962C8B-B14F-4D97-AF65-F5344CB8AC3E}">
        <p14:creationId xmlns:p14="http://schemas.microsoft.com/office/powerpoint/2010/main" val="24569302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11572-ECDF-91F0-761B-5C61A395A03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BB90A78-1FC3-A0A4-DD3B-0EB206A65B7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1DFADA-576B-915D-5EE7-AD1303B53AD8}"/>
              </a:ext>
            </a:extLst>
          </p:cNvPr>
          <p:cNvSpPr>
            <a:spLocks noGrp="1"/>
          </p:cNvSpPr>
          <p:nvPr>
            <p:ph type="dt" sz="half" idx="10"/>
          </p:nvPr>
        </p:nvSpPr>
        <p:spPr/>
        <p:txBody>
          <a:bodyPr/>
          <a:lstStyle/>
          <a:p>
            <a:fld id="{EE7FC4FF-A5B5-49B5-AF2E-5BC38B72E229}" type="datetimeFigureOut">
              <a:rPr lang="en-US" smtClean="0"/>
              <a:t>6/12/2026</a:t>
            </a:fld>
            <a:endParaRPr lang="en-US"/>
          </a:p>
        </p:txBody>
      </p:sp>
      <p:sp>
        <p:nvSpPr>
          <p:cNvPr id="5" name="Footer Placeholder 4">
            <a:extLst>
              <a:ext uri="{FF2B5EF4-FFF2-40B4-BE49-F238E27FC236}">
                <a16:creationId xmlns:a16="http://schemas.microsoft.com/office/drawing/2014/main" id="{BE788D98-B30E-520C-36FE-99E5FFDC09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3D777B-C210-DDBE-94BF-9424AA47A918}"/>
              </a:ext>
            </a:extLst>
          </p:cNvPr>
          <p:cNvSpPr>
            <a:spLocks noGrp="1"/>
          </p:cNvSpPr>
          <p:nvPr>
            <p:ph type="sldNum" sz="quarter" idx="12"/>
          </p:nvPr>
        </p:nvSpPr>
        <p:spPr/>
        <p:txBody>
          <a:bodyPr/>
          <a:lstStyle/>
          <a:p>
            <a:fld id="{7349ABBF-AF86-4092-A785-512059A90E4D}" type="slidenum">
              <a:rPr lang="en-US" smtClean="0"/>
              <a:t>‹#›</a:t>
            </a:fld>
            <a:endParaRPr lang="en-US"/>
          </a:p>
        </p:txBody>
      </p:sp>
    </p:spTree>
    <p:extLst>
      <p:ext uri="{BB962C8B-B14F-4D97-AF65-F5344CB8AC3E}">
        <p14:creationId xmlns:p14="http://schemas.microsoft.com/office/powerpoint/2010/main" val="2489502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AA94FDD-0466-6CAE-A2DB-BC7C45D04CA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72AF07B-F4A3-253F-E82E-1F6D67EAC46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3063C4-9DCB-A92D-078A-2E24F1BF0DF9}"/>
              </a:ext>
            </a:extLst>
          </p:cNvPr>
          <p:cNvSpPr>
            <a:spLocks noGrp="1"/>
          </p:cNvSpPr>
          <p:nvPr>
            <p:ph type="dt" sz="half" idx="10"/>
          </p:nvPr>
        </p:nvSpPr>
        <p:spPr/>
        <p:txBody>
          <a:bodyPr/>
          <a:lstStyle/>
          <a:p>
            <a:fld id="{EE7FC4FF-A5B5-49B5-AF2E-5BC38B72E229}" type="datetimeFigureOut">
              <a:rPr lang="en-US" smtClean="0"/>
              <a:t>6/12/2026</a:t>
            </a:fld>
            <a:endParaRPr lang="en-US"/>
          </a:p>
        </p:txBody>
      </p:sp>
      <p:sp>
        <p:nvSpPr>
          <p:cNvPr id="5" name="Footer Placeholder 4">
            <a:extLst>
              <a:ext uri="{FF2B5EF4-FFF2-40B4-BE49-F238E27FC236}">
                <a16:creationId xmlns:a16="http://schemas.microsoft.com/office/drawing/2014/main" id="{E75357C5-AA2E-0F83-AAB9-098ADEEFFC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30319-342D-CA42-9322-B9DF313D782F}"/>
              </a:ext>
            </a:extLst>
          </p:cNvPr>
          <p:cNvSpPr>
            <a:spLocks noGrp="1"/>
          </p:cNvSpPr>
          <p:nvPr>
            <p:ph type="sldNum" sz="quarter" idx="12"/>
          </p:nvPr>
        </p:nvSpPr>
        <p:spPr/>
        <p:txBody>
          <a:bodyPr/>
          <a:lstStyle/>
          <a:p>
            <a:fld id="{7349ABBF-AF86-4092-A785-512059A90E4D}" type="slidenum">
              <a:rPr lang="en-US" smtClean="0"/>
              <a:t>‹#›</a:t>
            </a:fld>
            <a:endParaRPr lang="en-US"/>
          </a:p>
        </p:txBody>
      </p:sp>
    </p:spTree>
    <p:extLst>
      <p:ext uri="{BB962C8B-B14F-4D97-AF65-F5344CB8AC3E}">
        <p14:creationId xmlns:p14="http://schemas.microsoft.com/office/powerpoint/2010/main" val="8250399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658145-4053-267C-E721-F96B76D1BD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7BBBE60-3944-559E-B851-3833940361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213176-320D-F564-41A1-CF26176067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E7FC4FF-A5B5-49B5-AF2E-5BC38B72E229}" type="datetimeFigureOut">
              <a:rPr lang="en-US" smtClean="0"/>
              <a:t>6/12/2026</a:t>
            </a:fld>
            <a:endParaRPr lang="en-US"/>
          </a:p>
        </p:txBody>
      </p:sp>
      <p:sp>
        <p:nvSpPr>
          <p:cNvPr id="5" name="Footer Placeholder 4">
            <a:extLst>
              <a:ext uri="{FF2B5EF4-FFF2-40B4-BE49-F238E27FC236}">
                <a16:creationId xmlns:a16="http://schemas.microsoft.com/office/drawing/2014/main" id="{4BDB44F6-A74B-AA7E-511D-694288BD52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49C228F-6BA1-A30F-C407-CB384F8C27A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349ABBF-AF86-4092-A785-512059A90E4D}" type="slidenum">
              <a:rPr lang="en-US" smtClean="0"/>
              <a:t>‹#›</a:t>
            </a:fld>
            <a:endParaRPr lang="en-US"/>
          </a:p>
        </p:txBody>
      </p:sp>
    </p:spTree>
    <p:extLst>
      <p:ext uri="{BB962C8B-B14F-4D97-AF65-F5344CB8AC3E}">
        <p14:creationId xmlns:p14="http://schemas.microsoft.com/office/powerpoint/2010/main" val="31927814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B4A76E52-93FD-ECE2-838F-3424232AE5BC}"/>
              </a:ext>
            </a:extLst>
          </p:cNvPr>
          <p:cNvSpPr>
            <a:spLocks noGrp="1"/>
          </p:cNvSpPr>
          <p:nvPr>
            <p:ph type="ctrTitle"/>
          </p:nvPr>
        </p:nvSpPr>
        <p:spPr>
          <a:xfrm>
            <a:off x="719329" y="735106"/>
            <a:ext cx="10863072" cy="2928470"/>
          </a:xfrm>
        </p:spPr>
        <p:txBody>
          <a:bodyPr anchor="b">
            <a:normAutofit/>
          </a:bodyPr>
          <a:lstStyle/>
          <a:p>
            <a:r>
              <a:rPr lang="en-US" sz="4400" dirty="0">
                <a:solidFill>
                  <a:srgbClr val="FFFFFF"/>
                </a:solidFill>
              </a:rPr>
              <a:t>Bookmarks &amp; Field Parameters 101</a:t>
            </a:r>
          </a:p>
        </p:txBody>
      </p:sp>
      <p:sp>
        <p:nvSpPr>
          <p:cNvPr id="3" name="Subtitle 2">
            <a:extLst>
              <a:ext uri="{FF2B5EF4-FFF2-40B4-BE49-F238E27FC236}">
                <a16:creationId xmlns:a16="http://schemas.microsoft.com/office/drawing/2014/main" id="{14F9D5C3-BFA8-B1E3-2021-DB4124A4DEEE}"/>
              </a:ext>
            </a:extLst>
          </p:cNvPr>
          <p:cNvSpPr>
            <a:spLocks noGrp="1"/>
          </p:cNvSpPr>
          <p:nvPr>
            <p:ph type="subTitle" idx="1"/>
          </p:nvPr>
        </p:nvSpPr>
        <p:spPr>
          <a:xfrm>
            <a:off x="1350682" y="4870824"/>
            <a:ext cx="10005951" cy="1458258"/>
          </a:xfrm>
        </p:spPr>
        <p:txBody>
          <a:bodyPr anchor="ctr">
            <a:normAutofit/>
          </a:bodyPr>
          <a:lstStyle/>
          <a:p>
            <a:pPr algn="l"/>
            <a:r>
              <a:rPr lang="en-US" dirty="0"/>
              <a:t>Allan Khariton – Sr FP&amp;A Analyst</a:t>
            </a:r>
          </a:p>
        </p:txBody>
      </p:sp>
      <p:pic>
        <p:nvPicPr>
          <p:cNvPr id="5" name="Picture 4">
            <a:extLst>
              <a:ext uri="{FF2B5EF4-FFF2-40B4-BE49-F238E27FC236}">
                <a16:creationId xmlns:a16="http://schemas.microsoft.com/office/drawing/2014/main" id="{6C545E96-B276-5884-C589-310306BBBD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22795" y="5280994"/>
            <a:ext cx="1467675" cy="1467675"/>
          </a:xfrm>
          <a:prstGeom prst="rect">
            <a:avLst/>
          </a:prstGeom>
        </p:spPr>
      </p:pic>
    </p:spTree>
    <p:extLst>
      <p:ext uri="{BB962C8B-B14F-4D97-AF65-F5344CB8AC3E}">
        <p14:creationId xmlns:p14="http://schemas.microsoft.com/office/powerpoint/2010/main" val="29817160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00065-18BD-E78B-03DD-3B36C9B852A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7E013D6-A39A-0E1F-6AB4-8327DC9493F5}"/>
              </a:ext>
            </a:extLst>
          </p:cNvPr>
          <p:cNvSpPr>
            <a:spLocks noGrp="1"/>
          </p:cNvSpPr>
          <p:nvPr>
            <p:ph type="title" idx="4294967295"/>
          </p:nvPr>
        </p:nvSpPr>
        <p:spPr>
          <a:xfrm>
            <a:off x="5235064" y="222931"/>
            <a:ext cx="6956936" cy="1325563"/>
          </a:xfrm>
        </p:spPr>
        <p:txBody>
          <a:bodyPr/>
          <a:lstStyle/>
          <a:p>
            <a:pPr algn="ctr"/>
            <a:r>
              <a:rPr lang="en-US" dirty="0">
                <a:latin typeface="Abadi" panose="020B0604020104020204" pitchFamily="34" charset="0"/>
              </a:rPr>
              <a:t>Thank you to our sponsors!</a:t>
            </a:r>
          </a:p>
        </p:txBody>
      </p:sp>
      <p:pic>
        <p:nvPicPr>
          <p:cNvPr id="3" name="Picture 2">
            <a:extLst>
              <a:ext uri="{FF2B5EF4-FFF2-40B4-BE49-F238E27FC236}">
                <a16:creationId xmlns:a16="http://schemas.microsoft.com/office/drawing/2014/main" id="{78098460-3520-1FC5-6278-6C2A7EBBAA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9952" y="80738"/>
            <a:ext cx="4925112" cy="1609950"/>
          </a:xfrm>
          <a:prstGeom prst="rect">
            <a:avLst/>
          </a:prstGeom>
        </p:spPr>
      </p:pic>
      <p:pic>
        <p:nvPicPr>
          <p:cNvPr id="5" name="Picture 4">
            <a:extLst>
              <a:ext uri="{FF2B5EF4-FFF2-40B4-BE49-F238E27FC236}">
                <a16:creationId xmlns:a16="http://schemas.microsoft.com/office/drawing/2014/main" id="{DA0CD316-D29D-42A6-5453-FB92281C3F8F}"/>
              </a:ext>
            </a:extLst>
          </p:cNvPr>
          <p:cNvPicPr>
            <a:picLocks noChangeAspect="1"/>
          </p:cNvPicPr>
          <p:nvPr/>
        </p:nvPicPr>
        <p:blipFill>
          <a:blip r:embed="rId3"/>
          <a:stretch>
            <a:fillRect/>
          </a:stretch>
        </p:blipFill>
        <p:spPr>
          <a:xfrm>
            <a:off x="670735" y="2331720"/>
            <a:ext cx="2281247" cy="1097280"/>
          </a:xfrm>
          <a:prstGeom prst="rect">
            <a:avLst/>
          </a:prstGeom>
        </p:spPr>
      </p:pic>
      <p:pic>
        <p:nvPicPr>
          <p:cNvPr id="9" name="Picture 8">
            <a:extLst>
              <a:ext uri="{FF2B5EF4-FFF2-40B4-BE49-F238E27FC236}">
                <a16:creationId xmlns:a16="http://schemas.microsoft.com/office/drawing/2014/main" id="{3FD114AF-98BA-234D-E4C2-37712E22B51F}"/>
              </a:ext>
            </a:extLst>
          </p:cNvPr>
          <p:cNvPicPr>
            <a:picLocks noChangeAspect="1"/>
          </p:cNvPicPr>
          <p:nvPr/>
        </p:nvPicPr>
        <p:blipFill>
          <a:blip r:embed="rId4"/>
          <a:stretch>
            <a:fillRect/>
          </a:stretch>
        </p:blipFill>
        <p:spPr>
          <a:xfrm>
            <a:off x="3722270" y="2465112"/>
            <a:ext cx="3025588" cy="1097280"/>
          </a:xfrm>
          <a:prstGeom prst="rect">
            <a:avLst/>
          </a:prstGeom>
        </p:spPr>
      </p:pic>
      <p:pic>
        <p:nvPicPr>
          <p:cNvPr id="13" name="Picture 12">
            <a:extLst>
              <a:ext uri="{FF2B5EF4-FFF2-40B4-BE49-F238E27FC236}">
                <a16:creationId xmlns:a16="http://schemas.microsoft.com/office/drawing/2014/main" id="{73EA9319-72A0-595C-C3AD-AD13B3210F23}"/>
              </a:ext>
            </a:extLst>
          </p:cNvPr>
          <p:cNvPicPr>
            <a:picLocks noChangeAspect="1"/>
          </p:cNvPicPr>
          <p:nvPr/>
        </p:nvPicPr>
        <p:blipFill>
          <a:blip r:embed="rId5"/>
          <a:stretch>
            <a:fillRect/>
          </a:stretch>
        </p:blipFill>
        <p:spPr>
          <a:xfrm>
            <a:off x="7518146" y="2693712"/>
            <a:ext cx="3905573" cy="640080"/>
          </a:xfrm>
          <a:prstGeom prst="rect">
            <a:avLst/>
          </a:prstGeom>
        </p:spPr>
      </p:pic>
      <p:pic>
        <p:nvPicPr>
          <p:cNvPr id="14" name="Picture 13">
            <a:extLst>
              <a:ext uri="{FF2B5EF4-FFF2-40B4-BE49-F238E27FC236}">
                <a16:creationId xmlns:a16="http://schemas.microsoft.com/office/drawing/2014/main" id="{BB8059E9-2C10-8918-95C6-34DABA72BE2C}"/>
              </a:ext>
            </a:extLst>
          </p:cNvPr>
          <p:cNvPicPr>
            <a:picLocks noChangeAspect="1"/>
          </p:cNvPicPr>
          <p:nvPr/>
        </p:nvPicPr>
        <p:blipFill>
          <a:blip r:embed="rId6"/>
          <a:stretch>
            <a:fillRect/>
          </a:stretch>
        </p:blipFill>
        <p:spPr>
          <a:xfrm>
            <a:off x="450731" y="4494649"/>
            <a:ext cx="2721254" cy="1097280"/>
          </a:xfrm>
          <a:prstGeom prst="rect">
            <a:avLst/>
          </a:prstGeom>
        </p:spPr>
      </p:pic>
      <p:pic>
        <p:nvPicPr>
          <p:cNvPr id="15" name="Picture 14">
            <a:extLst>
              <a:ext uri="{FF2B5EF4-FFF2-40B4-BE49-F238E27FC236}">
                <a16:creationId xmlns:a16="http://schemas.microsoft.com/office/drawing/2014/main" id="{0F066E86-BCB3-EF93-E006-CBAD679E4014}"/>
              </a:ext>
            </a:extLst>
          </p:cNvPr>
          <p:cNvPicPr>
            <a:picLocks noChangeAspect="1"/>
          </p:cNvPicPr>
          <p:nvPr/>
        </p:nvPicPr>
        <p:blipFill>
          <a:blip r:embed="rId7"/>
          <a:stretch>
            <a:fillRect/>
          </a:stretch>
        </p:blipFill>
        <p:spPr>
          <a:xfrm>
            <a:off x="4015861" y="4397969"/>
            <a:ext cx="2438405" cy="1133858"/>
          </a:xfrm>
          <a:prstGeom prst="rect">
            <a:avLst/>
          </a:prstGeom>
        </p:spPr>
      </p:pic>
      <p:pic>
        <p:nvPicPr>
          <p:cNvPr id="16" name="Picture 15">
            <a:extLst>
              <a:ext uri="{FF2B5EF4-FFF2-40B4-BE49-F238E27FC236}">
                <a16:creationId xmlns:a16="http://schemas.microsoft.com/office/drawing/2014/main" id="{30134BE2-CE0C-DB90-48E8-1689CA1EFF61}"/>
              </a:ext>
            </a:extLst>
          </p:cNvPr>
          <p:cNvPicPr>
            <a:picLocks noChangeAspect="1"/>
          </p:cNvPicPr>
          <p:nvPr/>
        </p:nvPicPr>
        <p:blipFill>
          <a:blip r:embed="rId8"/>
          <a:stretch>
            <a:fillRect/>
          </a:stretch>
        </p:blipFill>
        <p:spPr>
          <a:xfrm>
            <a:off x="7449626" y="4723249"/>
            <a:ext cx="4042611" cy="640080"/>
          </a:xfrm>
          <a:prstGeom prst="rect">
            <a:avLst/>
          </a:prstGeom>
        </p:spPr>
      </p:pic>
    </p:spTree>
    <p:extLst>
      <p:ext uri="{BB962C8B-B14F-4D97-AF65-F5344CB8AC3E}">
        <p14:creationId xmlns:p14="http://schemas.microsoft.com/office/powerpoint/2010/main" val="19505549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84430E5-534D-D700-3EF5-473C788802BC}"/>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Why are bookmarks &amp; parameters important?</a:t>
            </a:r>
          </a:p>
        </p:txBody>
      </p:sp>
      <p:sp>
        <p:nvSpPr>
          <p:cNvPr id="11" name="TextBox 10">
            <a:extLst>
              <a:ext uri="{FF2B5EF4-FFF2-40B4-BE49-F238E27FC236}">
                <a16:creationId xmlns:a16="http://schemas.microsoft.com/office/drawing/2014/main" id="{BDE635D2-46CE-1E8D-E1D9-825FAA5A5288}"/>
              </a:ext>
            </a:extLst>
          </p:cNvPr>
          <p:cNvSpPr txBox="1"/>
          <p:nvPr/>
        </p:nvSpPr>
        <p:spPr>
          <a:xfrm>
            <a:off x="4504548" y="586855"/>
            <a:ext cx="7115952" cy="1631216"/>
          </a:xfrm>
          <a:prstGeom prst="rect">
            <a:avLst/>
          </a:prstGeom>
          <a:noFill/>
        </p:spPr>
        <p:txBody>
          <a:bodyPr wrap="square">
            <a:spAutoFit/>
          </a:bodyPr>
          <a:lstStyle/>
          <a:p>
            <a:r>
              <a:rPr lang="en-US" b="1" dirty="0"/>
              <a:t>Bookmarks and field parameters:</a:t>
            </a:r>
          </a:p>
          <a:p>
            <a:pPr marL="285750" indent="-285750">
              <a:spcAft>
                <a:spcPts val="600"/>
              </a:spcAft>
              <a:buFont typeface="Arial" panose="020B0604020202020204" pitchFamily="34" charset="0"/>
              <a:buChar char="•"/>
            </a:pPr>
            <a:r>
              <a:rPr lang="en-US" dirty="0"/>
              <a:t>Maximize your report’s interactivity by giving users greater flexibility</a:t>
            </a:r>
          </a:p>
          <a:p>
            <a:pPr marL="285750" indent="-285750">
              <a:spcAft>
                <a:spcPts val="600"/>
              </a:spcAft>
              <a:buFont typeface="Arial" panose="020B0604020202020204" pitchFamily="34" charset="0"/>
              <a:buChar char="•"/>
            </a:pPr>
            <a:r>
              <a:rPr lang="en-US" dirty="0"/>
              <a:t>Reduce report complexity and maintenance for developers</a:t>
            </a:r>
          </a:p>
          <a:p>
            <a:pPr marL="285750" indent="-285750">
              <a:spcAft>
                <a:spcPts val="600"/>
              </a:spcAft>
              <a:buFont typeface="Arial" panose="020B0604020202020204" pitchFamily="34" charset="0"/>
              <a:buChar char="•"/>
            </a:pPr>
            <a:r>
              <a:rPr lang="en-US" dirty="0"/>
              <a:t>When used together, they provide multiple reporting perspectives on a single page with a streamlined user experience</a:t>
            </a:r>
          </a:p>
        </p:txBody>
      </p:sp>
    </p:spTree>
    <p:extLst>
      <p:ext uri="{BB962C8B-B14F-4D97-AF65-F5344CB8AC3E}">
        <p14:creationId xmlns:p14="http://schemas.microsoft.com/office/powerpoint/2010/main" val="9303782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38D6949-B2E7-977F-7153-4160D0DF1D3F}"/>
            </a:ext>
          </a:extLst>
        </p:cNvPr>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9C0F543-691C-8315-BE6B-264D789C26FF}"/>
              </a:ext>
            </a:extLst>
          </p:cNvPr>
          <p:cNvSpPr>
            <a:spLocks noGrp="1"/>
          </p:cNvSpPr>
          <p:nvPr>
            <p:ph type="title"/>
          </p:nvPr>
        </p:nvSpPr>
        <p:spPr>
          <a:xfrm>
            <a:off x="1383564" y="348865"/>
            <a:ext cx="9718111" cy="1576446"/>
          </a:xfrm>
        </p:spPr>
        <p:txBody>
          <a:bodyPr vert="horz" lIns="91440" tIns="45720" rIns="91440" bIns="45720" rtlCol="0" anchor="ctr">
            <a:normAutofit/>
          </a:bodyPr>
          <a:lstStyle/>
          <a:p>
            <a:r>
              <a:rPr lang="en-US" sz="4000" kern="1200">
                <a:solidFill>
                  <a:srgbClr val="FFFFFF"/>
                </a:solidFill>
                <a:latin typeface="+mj-lt"/>
                <a:ea typeface="+mj-ea"/>
                <a:cs typeface="+mj-cs"/>
              </a:rPr>
              <a:t>What are bookmarks?</a:t>
            </a:r>
          </a:p>
        </p:txBody>
      </p:sp>
      <p:graphicFrame>
        <p:nvGraphicFramePr>
          <p:cNvPr id="22" name="TextBox 2">
            <a:extLst>
              <a:ext uri="{FF2B5EF4-FFF2-40B4-BE49-F238E27FC236}">
                <a16:creationId xmlns:a16="http://schemas.microsoft.com/office/drawing/2014/main" id="{ECD0A991-5209-F171-A5FE-DBE251D05ED4}"/>
              </a:ext>
            </a:extLst>
          </p:cNvPr>
          <p:cNvGraphicFramePr/>
          <p:nvPr>
            <p:extLst>
              <p:ext uri="{D42A27DB-BD31-4B8C-83A1-F6EECF244321}">
                <p14:modId xmlns:p14="http://schemas.microsoft.com/office/powerpoint/2010/main" val="419815797"/>
              </p:ext>
            </p:extLst>
          </p:nvPr>
        </p:nvGraphicFramePr>
        <p:xfrm>
          <a:off x="-26894" y="2170030"/>
          <a:ext cx="12218894" cy="46879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989110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BE52849-AAEA-4676-F662-5D8B6A0875DF}"/>
            </a:ext>
          </a:extLst>
        </p:cNvPr>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032931D-1D96-515B-D728-8B0515B97948}"/>
              </a:ext>
            </a:extLst>
          </p:cNvPr>
          <p:cNvSpPr>
            <a:spLocks noGrp="1"/>
          </p:cNvSpPr>
          <p:nvPr>
            <p:ph type="title"/>
          </p:nvPr>
        </p:nvSpPr>
        <p:spPr>
          <a:xfrm>
            <a:off x="1383564" y="348865"/>
            <a:ext cx="9718111" cy="1576446"/>
          </a:xfrm>
        </p:spPr>
        <p:txBody>
          <a:bodyPr vert="horz" lIns="91440" tIns="45720" rIns="91440" bIns="45720" rtlCol="0" anchor="ctr">
            <a:normAutofit/>
          </a:bodyPr>
          <a:lstStyle/>
          <a:p>
            <a:r>
              <a:rPr lang="en-US" sz="4000" kern="1200" dirty="0">
                <a:solidFill>
                  <a:srgbClr val="FFFFFF"/>
                </a:solidFill>
                <a:latin typeface="+mj-lt"/>
                <a:ea typeface="+mj-ea"/>
                <a:cs typeface="+mj-cs"/>
              </a:rPr>
              <a:t>Benefits of using bookmarks in your reports</a:t>
            </a:r>
          </a:p>
        </p:txBody>
      </p:sp>
      <p:graphicFrame>
        <p:nvGraphicFramePr>
          <p:cNvPr id="22" name="TextBox 3">
            <a:extLst>
              <a:ext uri="{FF2B5EF4-FFF2-40B4-BE49-F238E27FC236}">
                <a16:creationId xmlns:a16="http://schemas.microsoft.com/office/drawing/2014/main" id="{225178D5-BF15-C1FD-BD42-C609A335D06F}"/>
              </a:ext>
            </a:extLst>
          </p:cNvPr>
          <p:cNvGraphicFramePr/>
          <p:nvPr>
            <p:extLst>
              <p:ext uri="{D42A27DB-BD31-4B8C-83A1-F6EECF244321}">
                <p14:modId xmlns:p14="http://schemas.microsoft.com/office/powerpoint/2010/main" val="3141565510"/>
              </p:ext>
            </p:extLst>
          </p:nvPr>
        </p:nvGraphicFramePr>
        <p:xfrm>
          <a:off x="226358" y="2170031"/>
          <a:ext cx="11739283" cy="46873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557598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2DCB546-D852-F61A-6276-4070811D85E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6EE1EF3-DE4E-2EF3-FA37-03316C5949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F5F52565-8383-D6A3-37A6-38092C805C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52E38C8-A6D1-6C68-6BDA-3A8443C111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0B08E8C-28ED-576F-4794-C07EF822D3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2F57672-85DD-C7B3-BED6-ACBC010EED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91EE0640-0692-1AFB-2CD2-2814C94C61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9BF29BE8-E442-FE35-8AAC-40C0999475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18C61E-2AB1-6A2F-A58C-444CF196EC95}"/>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Bookmark Tips &amp; Tricks</a:t>
            </a:r>
          </a:p>
        </p:txBody>
      </p:sp>
      <p:sp>
        <p:nvSpPr>
          <p:cNvPr id="4" name="TextBox 3">
            <a:extLst>
              <a:ext uri="{FF2B5EF4-FFF2-40B4-BE49-F238E27FC236}">
                <a16:creationId xmlns:a16="http://schemas.microsoft.com/office/drawing/2014/main" id="{11660380-2CC8-6AF5-8D69-1AF8F1A551E8}"/>
              </a:ext>
            </a:extLst>
          </p:cNvPr>
          <p:cNvSpPr txBox="1"/>
          <p:nvPr/>
        </p:nvSpPr>
        <p:spPr>
          <a:xfrm>
            <a:off x="4604273" y="828339"/>
            <a:ext cx="6820348" cy="2585323"/>
          </a:xfrm>
          <a:prstGeom prst="rect">
            <a:avLst/>
          </a:prstGeom>
          <a:noFill/>
        </p:spPr>
        <p:txBody>
          <a:bodyPr wrap="square" rtlCol="0">
            <a:spAutoFit/>
          </a:bodyPr>
          <a:lstStyle/>
          <a:p>
            <a:pPr marL="285750" indent="-285750">
              <a:buFont typeface="Arial" panose="020B0604020202020204" pitchFamily="34" charset="0"/>
              <a:buChar char="•"/>
            </a:pPr>
            <a:r>
              <a:rPr lang="en-US" dirty="0"/>
              <a:t>Group relevant visuals in the Selection pane</a:t>
            </a:r>
          </a:p>
          <a:p>
            <a:pPr marL="285750" indent="-285750">
              <a:buFont typeface="Arial" panose="020B0604020202020204" pitchFamily="34" charset="0"/>
              <a:buChar char="•"/>
            </a:pPr>
            <a:r>
              <a:rPr lang="en-US" dirty="0"/>
              <a:t>Group your bookmarks in the Bookmarks pane</a:t>
            </a:r>
          </a:p>
          <a:p>
            <a:pPr marL="285750" indent="-285750">
              <a:buFont typeface="Arial" panose="020B0604020202020204" pitchFamily="34" charset="0"/>
              <a:buChar char="•"/>
            </a:pPr>
            <a:r>
              <a:rPr lang="en-US" dirty="0"/>
              <a:t>Use bookmark properties effectively</a:t>
            </a:r>
          </a:p>
          <a:p>
            <a:pPr marL="742950" lvl="1" indent="-285750">
              <a:buFont typeface="Arial" panose="020B0604020202020204" pitchFamily="34" charset="0"/>
              <a:buChar char="•"/>
            </a:pPr>
            <a:r>
              <a:rPr lang="en-US" dirty="0"/>
              <a:t>Data</a:t>
            </a:r>
          </a:p>
          <a:p>
            <a:pPr marL="742950" lvl="1" indent="-285750">
              <a:buFont typeface="Arial" panose="020B0604020202020204" pitchFamily="34" charset="0"/>
              <a:buChar char="•"/>
            </a:pPr>
            <a:r>
              <a:rPr lang="en-US" dirty="0"/>
              <a:t>Display</a:t>
            </a:r>
          </a:p>
          <a:p>
            <a:pPr marL="742950" lvl="1" indent="-285750">
              <a:buFont typeface="Arial" panose="020B0604020202020204" pitchFamily="34" charset="0"/>
              <a:buChar char="•"/>
            </a:pPr>
            <a:r>
              <a:rPr lang="en-US" dirty="0"/>
              <a:t>Current Page</a:t>
            </a:r>
          </a:p>
          <a:p>
            <a:pPr marL="742950" lvl="1" indent="-285750">
              <a:buFont typeface="Arial" panose="020B0604020202020204" pitchFamily="34" charset="0"/>
              <a:buChar char="•"/>
            </a:pPr>
            <a:r>
              <a:rPr lang="en-US" dirty="0"/>
              <a:t>All/Selected Visuals</a:t>
            </a:r>
          </a:p>
          <a:p>
            <a:pPr marL="285750" indent="-285750">
              <a:buFont typeface="Arial" panose="020B0604020202020204" pitchFamily="34" charset="0"/>
              <a:buChar char="•"/>
            </a:pPr>
            <a:r>
              <a:rPr lang="en-US" dirty="0"/>
              <a:t>Keep accessibility in mind with Tab Order in the Selection Pane</a:t>
            </a:r>
          </a:p>
          <a:p>
            <a:pPr marL="285750" indent="-285750">
              <a:buFontTx/>
              <a:buChar char="-"/>
            </a:pPr>
            <a:endParaRPr lang="en-US" dirty="0"/>
          </a:p>
        </p:txBody>
      </p:sp>
    </p:spTree>
    <p:extLst>
      <p:ext uri="{BB962C8B-B14F-4D97-AF65-F5344CB8AC3E}">
        <p14:creationId xmlns:p14="http://schemas.microsoft.com/office/powerpoint/2010/main" val="36155526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F6CC1C7-849B-5FC5-5288-0CB04EDFC3E5}"/>
            </a:ext>
          </a:extLst>
        </p:cNvPr>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A345BF49-843C-D144-06F0-A74C85FE37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A8B9FF05-269F-0207-61AE-DA7B8014E1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29788046-F6B8-3F0F-9613-32F5E017BA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003EB426-EBD7-659B-DD70-5844F8C29C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5409D11-628B-A372-6DC9-0D6DB22278D9}"/>
              </a:ext>
            </a:extLst>
          </p:cNvPr>
          <p:cNvSpPr>
            <a:spLocks noGrp="1"/>
          </p:cNvSpPr>
          <p:nvPr>
            <p:ph type="title"/>
          </p:nvPr>
        </p:nvSpPr>
        <p:spPr>
          <a:xfrm>
            <a:off x="1383564" y="348865"/>
            <a:ext cx="9718111" cy="1576446"/>
          </a:xfrm>
        </p:spPr>
        <p:txBody>
          <a:bodyPr vert="horz" lIns="91440" tIns="45720" rIns="91440" bIns="45720" rtlCol="0" anchor="ctr">
            <a:normAutofit/>
          </a:bodyPr>
          <a:lstStyle/>
          <a:p>
            <a:r>
              <a:rPr lang="en-US" sz="4000" kern="1200" dirty="0">
                <a:solidFill>
                  <a:srgbClr val="FFFFFF"/>
                </a:solidFill>
                <a:latin typeface="+mj-lt"/>
                <a:ea typeface="+mj-ea"/>
                <a:cs typeface="+mj-cs"/>
              </a:rPr>
              <a:t>What are field parameters?</a:t>
            </a:r>
          </a:p>
        </p:txBody>
      </p:sp>
      <p:graphicFrame>
        <p:nvGraphicFramePr>
          <p:cNvPr id="22" name="TextBox 2">
            <a:extLst>
              <a:ext uri="{FF2B5EF4-FFF2-40B4-BE49-F238E27FC236}">
                <a16:creationId xmlns:a16="http://schemas.microsoft.com/office/drawing/2014/main" id="{BA0A0E13-10CD-66CF-B71D-F4E8726FF0C6}"/>
              </a:ext>
            </a:extLst>
          </p:cNvPr>
          <p:cNvGraphicFramePr/>
          <p:nvPr>
            <p:extLst>
              <p:ext uri="{D42A27DB-BD31-4B8C-83A1-F6EECF244321}">
                <p14:modId xmlns:p14="http://schemas.microsoft.com/office/powerpoint/2010/main" val="1846269447"/>
              </p:ext>
            </p:extLst>
          </p:nvPr>
        </p:nvGraphicFramePr>
        <p:xfrm>
          <a:off x="0" y="2170030"/>
          <a:ext cx="12192000" cy="46873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778122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1C347E2-4997-58B9-1DC9-C8C2950821BD}"/>
            </a:ext>
          </a:extLst>
        </p:cNvPr>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56EDA8A-A7CB-6FC4-31A2-8E1C44F3120D}"/>
              </a:ext>
            </a:extLst>
          </p:cNvPr>
          <p:cNvSpPr>
            <a:spLocks noGrp="1"/>
          </p:cNvSpPr>
          <p:nvPr>
            <p:ph type="title"/>
          </p:nvPr>
        </p:nvSpPr>
        <p:spPr>
          <a:xfrm>
            <a:off x="1383564" y="348865"/>
            <a:ext cx="9718111" cy="1576446"/>
          </a:xfrm>
        </p:spPr>
        <p:txBody>
          <a:bodyPr vert="horz" lIns="91440" tIns="45720" rIns="91440" bIns="45720" rtlCol="0" anchor="ctr">
            <a:normAutofit/>
          </a:bodyPr>
          <a:lstStyle/>
          <a:p>
            <a:r>
              <a:rPr lang="en-US" sz="4000" kern="1200" dirty="0">
                <a:solidFill>
                  <a:srgbClr val="FFFFFF"/>
                </a:solidFill>
                <a:latin typeface="+mj-lt"/>
                <a:ea typeface="+mj-ea"/>
                <a:cs typeface="+mj-cs"/>
              </a:rPr>
              <a:t>Benefits of using field parameters</a:t>
            </a:r>
          </a:p>
        </p:txBody>
      </p:sp>
      <p:graphicFrame>
        <p:nvGraphicFramePr>
          <p:cNvPr id="34" name="TextBox 5">
            <a:extLst>
              <a:ext uri="{FF2B5EF4-FFF2-40B4-BE49-F238E27FC236}">
                <a16:creationId xmlns:a16="http://schemas.microsoft.com/office/drawing/2014/main" id="{F16E522D-0577-47E4-0B75-D4D88E42EC24}"/>
              </a:ext>
            </a:extLst>
          </p:cNvPr>
          <p:cNvGraphicFramePr/>
          <p:nvPr>
            <p:extLst>
              <p:ext uri="{D42A27DB-BD31-4B8C-83A1-F6EECF244321}">
                <p14:modId xmlns:p14="http://schemas.microsoft.com/office/powerpoint/2010/main" val="1379889321"/>
              </p:ext>
            </p:extLst>
          </p:nvPr>
        </p:nvGraphicFramePr>
        <p:xfrm>
          <a:off x="152400" y="2169391"/>
          <a:ext cx="11887200" cy="46879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807647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84526A5-1C4F-3E1D-697A-04F4FFA0544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94DBAC3-5D07-76D7-EF8E-CE61FBCED0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D20C3412-F9B4-3E93-1250-5EC073586D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E9BD756-B9C6-D043-3093-A053961AD0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4F9AD20-EEDA-AB5A-D9E0-64C873D673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E16A1C9-2E31-9F24-A7AC-EDEB2B1AAD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EEDD342F-3406-6161-8456-3737BB201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38156C53-6ABE-7D77-5F24-108BD225CC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A8868F-0EA3-3C43-E692-CB00B4F3A5F9}"/>
              </a:ext>
            </a:extLst>
          </p:cNvPr>
          <p:cNvSpPr>
            <a:spLocks noGrp="1"/>
          </p:cNvSpPr>
          <p:nvPr>
            <p:ph type="title"/>
          </p:nvPr>
        </p:nvSpPr>
        <p:spPr>
          <a:xfrm>
            <a:off x="195072" y="586855"/>
            <a:ext cx="3473016" cy="3387497"/>
          </a:xfrm>
        </p:spPr>
        <p:txBody>
          <a:bodyPr anchor="b">
            <a:normAutofit/>
          </a:bodyPr>
          <a:lstStyle/>
          <a:p>
            <a:pPr algn="r"/>
            <a:r>
              <a:rPr lang="en-US" sz="4000" dirty="0">
                <a:solidFill>
                  <a:srgbClr val="FFFFFF"/>
                </a:solidFill>
              </a:rPr>
              <a:t>Feedback and Links</a:t>
            </a:r>
          </a:p>
        </p:txBody>
      </p:sp>
      <p:sp>
        <p:nvSpPr>
          <p:cNvPr id="5" name="TextBox 4">
            <a:extLst>
              <a:ext uri="{FF2B5EF4-FFF2-40B4-BE49-F238E27FC236}">
                <a16:creationId xmlns:a16="http://schemas.microsoft.com/office/drawing/2014/main" id="{2255D2F4-CD55-8A06-2AB7-B828AD077530}"/>
              </a:ext>
            </a:extLst>
          </p:cNvPr>
          <p:cNvSpPr txBox="1"/>
          <p:nvPr/>
        </p:nvSpPr>
        <p:spPr>
          <a:xfrm>
            <a:off x="8485632" y="1645920"/>
            <a:ext cx="2950464" cy="369332"/>
          </a:xfrm>
          <a:prstGeom prst="rect">
            <a:avLst/>
          </a:prstGeom>
          <a:noFill/>
        </p:spPr>
        <p:txBody>
          <a:bodyPr wrap="square" rtlCol="0">
            <a:spAutoFit/>
          </a:bodyPr>
          <a:lstStyle/>
          <a:p>
            <a:pPr algn="ctr"/>
            <a:r>
              <a:rPr lang="en-US" dirty="0"/>
              <a:t>Feedback Link</a:t>
            </a:r>
          </a:p>
        </p:txBody>
      </p:sp>
      <p:sp>
        <p:nvSpPr>
          <p:cNvPr id="6" name="TextBox 5">
            <a:extLst>
              <a:ext uri="{FF2B5EF4-FFF2-40B4-BE49-F238E27FC236}">
                <a16:creationId xmlns:a16="http://schemas.microsoft.com/office/drawing/2014/main" id="{B98FBAEB-27D0-15ED-FCF7-97E68565E546}"/>
              </a:ext>
            </a:extLst>
          </p:cNvPr>
          <p:cNvSpPr txBox="1"/>
          <p:nvPr/>
        </p:nvSpPr>
        <p:spPr>
          <a:xfrm>
            <a:off x="4795961" y="1645920"/>
            <a:ext cx="2950464" cy="369332"/>
          </a:xfrm>
          <a:prstGeom prst="rect">
            <a:avLst/>
          </a:prstGeom>
          <a:noFill/>
        </p:spPr>
        <p:txBody>
          <a:bodyPr wrap="square" rtlCol="0">
            <a:spAutoFit/>
          </a:bodyPr>
          <a:lstStyle/>
          <a:p>
            <a:pPr algn="ctr"/>
            <a:r>
              <a:rPr lang="en-US" dirty="0"/>
              <a:t>GitHub Link</a:t>
            </a:r>
          </a:p>
        </p:txBody>
      </p:sp>
      <p:pic>
        <p:nvPicPr>
          <p:cNvPr id="7" name="Picture 6">
            <a:extLst>
              <a:ext uri="{FF2B5EF4-FFF2-40B4-BE49-F238E27FC236}">
                <a16:creationId xmlns:a16="http://schemas.microsoft.com/office/drawing/2014/main" id="{2FF99EDB-064C-89FE-8A83-0DC6DDF520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20684" y="2208445"/>
            <a:ext cx="2880360" cy="2880360"/>
          </a:xfrm>
          <a:prstGeom prst="rect">
            <a:avLst/>
          </a:prstGeom>
        </p:spPr>
      </p:pic>
      <p:pic>
        <p:nvPicPr>
          <p:cNvPr id="3" name="Picture 2">
            <a:extLst>
              <a:ext uri="{FF2B5EF4-FFF2-40B4-BE49-F238E27FC236}">
                <a16:creationId xmlns:a16="http://schemas.microsoft.com/office/drawing/2014/main" id="{97F71FEA-B579-B7E0-8442-C9D67C23B19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41743" y="2280603"/>
            <a:ext cx="2880360" cy="2880360"/>
          </a:xfrm>
          <a:prstGeom prst="rect">
            <a:avLst/>
          </a:prstGeom>
        </p:spPr>
      </p:pic>
    </p:spTree>
    <p:extLst>
      <p:ext uri="{BB962C8B-B14F-4D97-AF65-F5344CB8AC3E}">
        <p14:creationId xmlns:p14="http://schemas.microsoft.com/office/powerpoint/2010/main" val="4012917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627123D5-4CF7-60CF-FD0C-BAFFC785377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570072F-1AD1-273A-865A-C427397188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D51FC93-10B5-7BD7-E919-AEBD74FF51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7E97A88-3B9B-EBB9-CC99-27AB4FBE5A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32CF728-B17C-0070-22DF-5A3CB1F2D0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66AEE902-3CDE-9855-D7C2-30E67EBCD6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748624C4-1641-2D2F-A02C-3616AA0145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29D7F746-D79C-20C3-FE03-DA38FDC18F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2286B5-E08F-7D84-AE7A-DA7D2B30E439}"/>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Appendix</a:t>
            </a:r>
          </a:p>
        </p:txBody>
      </p:sp>
    </p:spTree>
    <p:extLst>
      <p:ext uri="{BB962C8B-B14F-4D97-AF65-F5344CB8AC3E}">
        <p14:creationId xmlns:p14="http://schemas.microsoft.com/office/powerpoint/2010/main" val="20083860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F43FF52F-A040-F7AC-C2F8-4866182ED11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5FDBA6F-1183-AD5C-5DA7-E25BEADCAA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1E9B4BFA-D0F1-B030-10F8-47701A0112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F26E415-75CC-04B6-B26E-3C66CDBDD0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4F4B245-869D-C4E6-2E39-0E1E28F58E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2F9606F-F086-F24C-D60C-34AC11836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897F2E2C-7551-036A-69DF-49E02322B6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53401C2E-3E75-6682-3997-0A4A7E993B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9D2B0F-4935-7774-2A36-90933BA9B4A9}"/>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Selecting the Bookmark and Selection Pane</a:t>
            </a:r>
          </a:p>
        </p:txBody>
      </p:sp>
      <p:sp>
        <p:nvSpPr>
          <p:cNvPr id="4" name="TextBox 3">
            <a:extLst>
              <a:ext uri="{FF2B5EF4-FFF2-40B4-BE49-F238E27FC236}">
                <a16:creationId xmlns:a16="http://schemas.microsoft.com/office/drawing/2014/main" id="{2A1C68FF-BE0D-F980-0717-7681C4A640F9}"/>
              </a:ext>
            </a:extLst>
          </p:cNvPr>
          <p:cNvSpPr txBox="1"/>
          <p:nvPr/>
        </p:nvSpPr>
        <p:spPr>
          <a:xfrm>
            <a:off x="4604273" y="828339"/>
            <a:ext cx="6820348" cy="923330"/>
          </a:xfrm>
          <a:prstGeom prst="rect">
            <a:avLst/>
          </a:prstGeom>
          <a:noFill/>
        </p:spPr>
        <p:txBody>
          <a:bodyPr wrap="square" rtlCol="0">
            <a:spAutoFit/>
          </a:bodyPr>
          <a:lstStyle/>
          <a:p>
            <a:pPr marL="342900" indent="-342900">
              <a:buFont typeface="+mj-lt"/>
              <a:buAutoNum type="arabicPeriod"/>
            </a:pPr>
            <a:r>
              <a:rPr lang="en-US" dirty="0"/>
              <a:t>Go to “View” in the top </a:t>
            </a:r>
            <a:r>
              <a:rPr lang="en-US" dirty="0" err="1"/>
              <a:t>nativation</a:t>
            </a:r>
            <a:r>
              <a:rPr lang="en-US" dirty="0"/>
              <a:t> bar</a:t>
            </a:r>
          </a:p>
          <a:p>
            <a:pPr marL="342900" indent="-342900">
              <a:buFont typeface="+mj-lt"/>
              <a:buAutoNum type="arabicPeriod"/>
            </a:pPr>
            <a:r>
              <a:rPr lang="en-US" dirty="0"/>
              <a:t>Select  “Bookmarks” and “Selection”</a:t>
            </a:r>
          </a:p>
          <a:p>
            <a:pPr marL="342900" indent="-342900">
              <a:buFont typeface="+mj-lt"/>
              <a:buAutoNum type="arabicPeriod"/>
            </a:pPr>
            <a:r>
              <a:rPr lang="en-US" dirty="0"/>
              <a:t>You will see those values on the righthand pane thereafter</a:t>
            </a:r>
          </a:p>
        </p:txBody>
      </p:sp>
      <p:pic>
        <p:nvPicPr>
          <p:cNvPr id="5" name="Picture 4">
            <a:extLst>
              <a:ext uri="{FF2B5EF4-FFF2-40B4-BE49-F238E27FC236}">
                <a16:creationId xmlns:a16="http://schemas.microsoft.com/office/drawing/2014/main" id="{26EC479F-C3BB-884B-8E28-D8CE4B135747}"/>
              </a:ext>
            </a:extLst>
          </p:cNvPr>
          <p:cNvPicPr>
            <a:picLocks noChangeAspect="1"/>
          </p:cNvPicPr>
          <p:nvPr/>
        </p:nvPicPr>
        <p:blipFill>
          <a:blip r:embed="rId3"/>
          <a:stretch>
            <a:fillRect/>
          </a:stretch>
        </p:blipFill>
        <p:spPr>
          <a:xfrm>
            <a:off x="4063744" y="2398955"/>
            <a:ext cx="8106739" cy="4152852"/>
          </a:xfrm>
          <a:prstGeom prst="rect">
            <a:avLst/>
          </a:prstGeom>
        </p:spPr>
      </p:pic>
      <p:sp>
        <p:nvSpPr>
          <p:cNvPr id="6" name="TextBox 5">
            <a:extLst>
              <a:ext uri="{FF2B5EF4-FFF2-40B4-BE49-F238E27FC236}">
                <a16:creationId xmlns:a16="http://schemas.microsoft.com/office/drawing/2014/main" id="{C451BC57-2C48-E4B0-5EF7-F01D2A7B724D}"/>
              </a:ext>
            </a:extLst>
          </p:cNvPr>
          <p:cNvSpPr txBox="1"/>
          <p:nvPr/>
        </p:nvSpPr>
        <p:spPr>
          <a:xfrm>
            <a:off x="5760720" y="2082004"/>
            <a:ext cx="290456" cy="369332"/>
          </a:xfrm>
          <a:prstGeom prst="rect">
            <a:avLst/>
          </a:prstGeom>
          <a:noFill/>
        </p:spPr>
        <p:txBody>
          <a:bodyPr wrap="square" rtlCol="0">
            <a:spAutoFit/>
          </a:bodyPr>
          <a:lstStyle/>
          <a:p>
            <a:r>
              <a:rPr lang="en-US" dirty="0">
                <a:solidFill>
                  <a:srgbClr val="FF0000"/>
                </a:solidFill>
              </a:rPr>
              <a:t>1</a:t>
            </a:r>
          </a:p>
        </p:txBody>
      </p:sp>
      <p:sp>
        <p:nvSpPr>
          <p:cNvPr id="7" name="TextBox 6">
            <a:extLst>
              <a:ext uri="{FF2B5EF4-FFF2-40B4-BE49-F238E27FC236}">
                <a16:creationId xmlns:a16="http://schemas.microsoft.com/office/drawing/2014/main" id="{C5AD35BB-B1B3-6714-7A7D-CFD00573DCEE}"/>
              </a:ext>
            </a:extLst>
          </p:cNvPr>
          <p:cNvSpPr txBox="1"/>
          <p:nvPr/>
        </p:nvSpPr>
        <p:spPr>
          <a:xfrm>
            <a:off x="9796631" y="2689865"/>
            <a:ext cx="290456" cy="369332"/>
          </a:xfrm>
          <a:prstGeom prst="rect">
            <a:avLst/>
          </a:prstGeom>
          <a:noFill/>
        </p:spPr>
        <p:txBody>
          <a:bodyPr wrap="square" rtlCol="0">
            <a:spAutoFit/>
          </a:bodyPr>
          <a:lstStyle/>
          <a:p>
            <a:r>
              <a:rPr lang="en-US" dirty="0">
                <a:solidFill>
                  <a:srgbClr val="FF0000"/>
                </a:solidFill>
              </a:rPr>
              <a:t>2</a:t>
            </a:r>
          </a:p>
        </p:txBody>
      </p:sp>
      <p:sp>
        <p:nvSpPr>
          <p:cNvPr id="9" name="TextBox 8">
            <a:extLst>
              <a:ext uri="{FF2B5EF4-FFF2-40B4-BE49-F238E27FC236}">
                <a16:creationId xmlns:a16="http://schemas.microsoft.com/office/drawing/2014/main" id="{9CE7F226-C81A-6618-373D-C4944D225907}"/>
              </a:ext>
            </a:extLst>
          </p:cNvPr>
          <p:cNvSpPr txBox="1"/>
          <p:nvPr/>
        </p:nvSpPr>
        <p:spPr>
          <a:xfrm>
            <a:off x="11736323" y="3789686"/>
            <a:ext cx="290456" cy="369332"/>
          </a:xfrm>
          <a:prstGeom prst="rect">
            <a:avLst/>
          </a:prstGeom>
          <a:noFill/>
        </p:spPr>
        <p:txBody>
          <a:bodyPr wrap="square" rtlCol="0">
            <a:spAutoFit/>
          </a:bodyPr>
          <a:lstStyle/>
          <a:p>
            <a:r>
              <a:rPr lang="en-US" dirty="0">
                <a:solidFill>
                  <a:srgbClr val="FF0000"/>
                </a:solidFill>
              </a:rPr>
              <a:t>3</a:t>
            </a:r>
          </a:p>
        </p:txBody>
      </p:sp>
    </p:spTree>
    <p:extLst>
      <p:ext uri="{BB962C8B-B14F-4D97-AF65-F5344CB8AC3E}">
        <p14:creationId xmlns:p14="http://schemas.microsoft.com/office/powerpoint/2010/main" val="27014936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1B3FE89A-0138-8C98-A318-BF7315379EC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A5C5EF2-46DD-CCD8-E522-D92784C95E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18082F7C-3F4B-A5A5-34B9-4A7E515226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41D20F1B-096B-CE52-B377-C7BF13581EE7}"/>
              </a:ext>
            </a:extLst>
          </p:cNvPr>
          <p:cNvPicPr>
            <a:picLocks noChangeAspect="1"/>
          </p:cNvPicPr>
          <p:nvPr/>
        </p:nvPicPr>
        <p:blipFill>
          <a:blip r:embed="rId3"/>
          <a:stretch>
            <a:fillRect/>
          </a:stretch>
        </p:blipFill>
        <p:spPr>
          <a:xfrm>
            <a:off x="4034778" y="3079477"/>
            <a:ext cx="8154174" cy="3717737"/>
          </a:xfrm>
          <a:prstGeom prst="rect">
            <a:avLst/>
          </a:prstGeom>
        </p:spPr>
      </p:pic>
      <p:sp>
        <p:nvSpPr>
          <p:cNvPr id="12" name="Rectangle 11">
            <a:extLst>
              <a:ext uri="{FF2B5EF4-FFF2-40B4-BE49-F238E27FC236}">
                <a16:creationId xmlns:a16="http://schemas.microsoft.com/office/drawing/2014/main" id="{4A672C06-07ED-E59C-4B2D-7FD32B506E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4DE06C8-8497-8730-3675-5ED5AC5C0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6361372-1648-A528-DE0B-FEB699159F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DC7B5077-C89F-2A0B-1B35-24239F6D75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CA413F27-02EF-46BE-B130-70AE81C4FE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601456-8669-4199-F39C-4E5269BCCF3A}"/>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Opening the Bookmarks &amp; Selection Panes</a:t>
            </a:r>
          </a:p>
        </p:txBody>
      </p:sp>
      <p:sp>
        <p:nvSpPr>
          <p:cNvPr id="4" name="TextBox 3">
            <a:extLst>
              <a:ext uri="{FF2B5EF4-FFF2-40B4-BE49-F238E27FC236}">
                <a16:creationId xmlns:a16="http://schemas.microsoft.com/office/drawing/2014/main" id="{19BB6B99-7EEF-33D1-8346-81957916F4C6}"/>
              </a:ext>
            </a:extLst>
          </p:cNvPr>
          <p:cNvSpPr txBox="1"/>
          <p:nvPr/>
        </p:nvSpPr>
        <p:spPr>
          <a:xfrm>
            <a:off x="4604273" y="828339"/>
            <a:ext cx="6820348" cy="646331"/>
          </a:xfrm>
          <a:prstGeom prst="rect">
            <a:avLst/>
          </a:prstGeom>
          <a:noFill/>
        </p:spPr>
        <p:txBody>
          <a:bodyPr wrap="square" rtlCol="0">
            <a:spAutoFit/>
          </a:bodyPr>
          <a:lstStyle/>
          <a:p>
            <a:pPr marL="342900" indent="-342900">
              <a:buFont typeface="+mj-lt"/>
              <a:buAutoNum type="arabicPeriod"/>
            </a:pPr>
            <a:r>
              <a:rPr lang="en-US" dirty="0"/>
              <a:t>Select the “Bookmarks” icon on the right</a:t>
            </a:r>
          </a:p>
          <a:p>
            <a:pPr marL="342900" indent="-342900">
              <a:buFont typeface="+mj-lt"/>
              <a:buAutoNum type="arabicPeriod"/>
            </a:pPr>
            <a:r>
              <a:rPr lang="en-US" dirty="0"/>
              <a:t>Right click the “Selection” icon, and hit “Open in New Pane”</a:t>
            </a:r>
          </a:p>
        </p:txBody>
      </p:sp>
      <p:sp>
        <p:nvSpPr>
          <p:cNvPr id="6" name="TextBox 5">
            <a:extLst>
              <a:ext uri="{FF2B5EF4-FFF2-40B4-BE49-F238E27FC236}">
                <a16:creationId xmlns:a16="http://schemas.microsoft.com/office/drawing/2014/main" id="{FD0EC017-1B5E-F007-5908-C5956DAD59CD}"/>
              </a:ext>
            </a:extLst>
          </p:cNvPr>
          <p:cNvSpPr txBox="1"/>
          <p:nvPr/>
        </p:nvSpPr>
        <p:spPr>
          <a:xfrm>
            <a:off x="11725278" y="3974352"/>
            <a:ext cx="290456" cy="369332"/>
          </a:xfrm>
          <a:prstGeom prst="rect">
            <a:avLst/>
          </a:prstGeom>
          <a:noFill/>
        </p:spPr>
        <p:txBody>
          <a:bodyPr wrap="square" rtlCol="0">
            <a:spAutoFit/>
          </a:bodyPr>
          <a:lstStyle/>
          <a:p>
            <a:r>
              <a:rPr lang="en-US" dirty="0">
                <a:solidFill>
                  <a:srgbClr val="FF0000"/>
                </a:solidFill>
              </a:rPr>
              <a:t>1</a:t>
            </a:r>
          </a:p>
        </p:txBody>
      </p:sp>
      <p:sp>
        <p:nvSpPr>
          <p:cNvPr id="7" name="TextBox 6">
            <a:extLst>
              <a:ext uri="{FF2B5EF4-FFF2-40B4-BE49-F238E27FC236}">
                <a16:creationId xmlns:a16="http://schemas.microsoft.com/office/drawing/2014/main" id="{158C2B71-5ECD-536A-2594-68CFB4D01A28}"/>
              </a:ext>
            </a:extLst>
          </p:cNvPr>
          <p:cNvSpPr txBox="1"/>
          <p:nvPr/>
        </p:nvSpPr>
        <p:spPr>
          <a:xfrm>
            <a:off x="11870506" y="4464877"/>
            <a:ext cx="290456" cy="369332"/>
          </a:xfrm>
          <a:prstGeom prst="rect">
            <a:avLst/>
          </a:prstGeom>
          <a:noFill/>
        </p:spPr>
        <p:txBody>
          <a:bodyPr wrap="square" rtlCol="0">
            <a:spAutoFit/>
          </a:bodyPr>
          <a:lstStyle/>
          <a:p>
            <a:r>
              <a:rPr lang="en-US" dirty="0">
                <a:solidFill>
                  <a:srgbClr val="FF0000"/>
                </a:solidFill>
              </a:rPr>
              <a:t>2</a:t>
            </a:r>
          </a:p>
        </p:txBody>
      </p:sp>
    </p:spTree>
    <p:extLst>
      <p:ext uri="{BB962C8B-B14F-4D97-AF65-F5344CB8AC3E}">
        <p14:creationId xmlns:p14="http://schemas.microsoft.com/office/powerpoint/2010/main" val="42698199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4562236C-F83D-F061-7FB6-8C1E4443FB6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65728E-9EFD-83C0-1BA6-5AF5C3C1B6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D07BE92F-2120-3EBE-32FE-31B77E2EB9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365BFF1-48D5-6B6C-59F1-8A816EB403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D17258E-6DF4-77E9-6330-7AB4BE3B0D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59997E7-333E-FA11-0FAA-3BF2F4F580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718EC2C5-92AF-B7B0-5974-81D233D698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D03D3117-225B-0CB6-295A-EB98F6A767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17816F-858C-DB50-D0F4-79F4415DDEAD}"/>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Creating a bookmark</a:t>
            </a:r>
          </a:p>
        </p:txBody>
      </p:sp>
      <p:sp>
        <p:nvSpPr>
          <p:cNvPr id="4" name="TextBox 3">
            <a:extLst>
              <a:ext uri="{FF2B5EF4-FFF2-40B4-BE49-F238E27FC236}">
                <a16:creationId xmlns:a16="http://schemas.microsoft.com/office/drawing/2014/main" id="{23EBDA90-3AF1-E9F5-A650-A6DD51058348}"/>
              </a:ext>
            </a:extLst>
          </p:cNvPr>
          <p:cNvSpPr txBox="1"/>
          <p:nvPr/>
        </p:nvSpPr>
        <p:spPr>
          <a:xfrm>
            <a:off x="4604273" y="828339"/>
            <a:ext cx="6820348" cy="646331"/>
          </a:xfrm>
          <a:prstGeom prst="rect">
            <a:avLst/>
          </a:prstGeom>
          <a:noFill/>
        </p:spPr>
        <p:txBody>
          <a:bodyPr wrap="square" rtlCol="0">
            <a:spAutoFit/>
          </a:bodyPr>
          <a:lstStyle/>
          <a:p>
            <a:pPr marL="342900" indent="-342900">
              <a:buFont typeface="+mj-lt"/>
              <a:buAutoNum type="arabicPeriod"/>
            </a:pPr>
            <a:r>
              <a:rPr lang="en-US" dirty="0"/>
              <a:t>Once you have your visuals/filters/</a:t>
            </a:r>
            <a:r>
              <a:rPr lang="en-US" dirty="0" err="1"/>
              <a:t>etc</a:t>
            </a:r>
            <a:r>
              <a:rPr lang="en-US" dirty="0"/>
              <a:t> as you’d like, go to the Bookmarks pane and hit “Add”</a:t>
            </a:r>
          </a:p>
        </p:txBody>
      </p:sp>
      <p:pic>
        <p:nvPicPr>
          <p:cNvPr id="5" name="Picture 4">
            <a:extLst>
              <a:ext uri="{FF2B5EF4-FFF2-40B4-BE49-F238E27FC236}">
                <a16:creationId xmlns:a16="http://schemas.microsoft.com/office/drawing/2014/main" id="{5C26E5F5-50DF-C41A-8600-B7CFEE32E276}"/>
              </a:ext>
            </a:extLst>
          </p:cNvPr>
          <p:cNvPicPr>
            <a:picLocks noChangeAspect="1"/>
          </p:cNvPicPr>
          <p:nvPr/>
        </p:nvPicPr>
        <p:blipFill>
          <a:blip r:embed="rId3"/>
          <a:stretch>
            <a:fillRect/>
          </a:stretch>
        </p:blipFill>
        <p:spPr>
          <a:xfrm>
            <a:off x="4037826" y="3281083"/>
            <a:ext cx="8154174" cy="3572988"/>
          </a:xfrm>
          <a:prstGeom prst="rect">
            <a:avLst/>
          </a:prstGeom>
        </p:spPr>
      </p:pic>
      <p:sp>
        <p:nvSpPr>
          <p:cNvPr id="6" name="TextBox 5">
            <a:extLst>
              <a:ext uri="{FF2B5EF4-FFF2-40B4-BE49-F238E27FC236}">
                <a16:creationId xmlns:a16="http://schemas.microsoft.com/office/drawing/2014/main" id="{C8F1C8D8-5D0E-9375-83CA-FDCBF963A903}"/>
              </a:ext>
            </a:extLst>
          </p:cNvPr>
          <p:cNvSpPr txBox="1"/>
          <p:nvPr/>
        </p:nvSpPr>
        <p:spPr>
          <a:xfrm>
            <a:off x="10907697" y="3439138"/>
            <a:ext cx="290456" cy="369332"/>
          </a:xfrm>
          <a:prstGeom prst="rect">
            <a:avLst/>
          </a:prstGeom>
          <a:noFill/>
        </p:spPr>
        <p:txBody>
          <a:bodyPr wrap="square" rtlCol="0">
            <a:spAutoFit/>
          </a:bodyPr>
          <a:lstStyle/>
          <a:p>
            <a:r>
              <a:rPr lang="en-US" dirty="0">
                <a:solidFill>
                  <a:srgbClr val="FF0000"/>
                </a:solidFill>
              </a:rPr>
              <a:t>1</a:t>
            </a:r>
          </a:p>
        </p:txBody>
      </p:sp>
    </p:spTree>
    <p:extLst>
      <p:ext uri="{BB962C8B-B14F-4D97-AF65-F5344CB8AC3E}">
        <p14:creationId xmlns:p14="http://schemas.microsoft.com/office/powerpoint/2010/main" val="8413969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2F866928-DCE3-EE15-BEBB-B3259B4A3BA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E28B542-3139-BFF0-AB1F-61154EAF0D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F4D669F7-D530-F999-A471-5FDA898296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2321751-CCC9-2C0B-8C0D-C0D4BF97A1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E45E617-3EB0-4563-C92B-0240449ACB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49CA4C2-EE55-C3CE-7D1A-EBC9DB1051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98E5DBF9-8AB9-F2EB-A93B-E3A971EDD3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725F5862-8A48-858C-26BB-5D3A4991E9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3458D4-4FF1-8150-9264-376BFC18CA12}"/>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Grouping Visuals &amp; Bookmarks: Benefits</a:t>
            </a:r>
          </a:p>
        </p:txBody>
      </p:sp>
      <p:sp>
        <p:nvSpPr>
          <p:cNvPr id="4" name="TextBox 3">
            <a:extLst>
              <a:ext uri="{FF2B5EF4-FFF2-40B4-BE49-F238E27FC236}">
                <a16:creationId xmlns:a16="http://schemas.microsoft.com/office/drawing/2014/main" id="{A2B0FAC6-05CB-C39A-BEF9-466275346CCB}"/>
              </a:ext>
            </a:extLst>
          </p:cNvPr>
          <p:cNvSpPr txBox="1"/>
          <p:nvPr/>
        </p:nvSpPr>
        <p:spPr>
          <a:xfrm>
            <a:off x="4604273" y="828339"/>
            <a:ext cx="6820348" cy="3139321"/>
          </a:xfrm>
          <a:prstGeom prst="rect">
            <a:avLst/>
          </a:prstGeom>
          <a:noFill/>
        </p:spPr>
        <p:txBody>
          <a:bodyPr wrap="square" rtlCol="0">
            <a:spAutoFit/>
          </a:bodyPr>
          <a:lstStyle/>
          <a:p>
            <a:r>
              <a:rPr lang="en-US" dirty="0"/>
              <a:t>Grouping visuals allows you to toggle the properties of those visuals more easily. Instead of, for example, making each individual visual visible/hidden, you can hit the group visibility icon and all the visuals will react accordingly. This is especially useful when working with multiple groups of visuals on the same page.</a:t>
            </a:r>
          </a:p>
          <a:p>
            <a:endParaRPr lang="en-US" dirty="0"/>
          </a:p>
          <a:p>
            <a:r>
              <a:rPr lang="en-US" dirty="0"/>
              <a:t>Grouping bookmarks allows you to more easily create a set of navigation buttons for users. In the button settings, you can select your bookmark group and only items in that group will appear for users to select. Otherwise, it will be more tedious to make sure only the desired bookmarks show up to the users as you edit your report.</a:t>
            </a:r>
          </a:p>
        </p:txBody>
      </p:sp>
    </p:spTree>
    <p:extLst>
      <p:ext uri="{BB962C8B-B14F-4D97-AF65-F5344CB8AC3E}">
        <p14:creationId xmlns:p14="http://schemas.microsoft.com/office/powerpoint/2010/main" val="34488855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ED8585F2-1056-040D-DDE7-CB05F5B6A6D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8D5E721-C232-6C8E-A775-2931039FDA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641B6759-5C9B-9B30-FEFA-F4D47E2579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CABDBF6-09AD-8559-674C-912B57ED50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CD575BE-116B-032F-9AEE-50A9E08DD8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B648E9C-67AC-3CC5-3F94-633454B08A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4BE4F2D7-8FFC-AABC-BBEB-BDD17415A3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9FA1D2DA-7EE9-0E81-B837-B43B2CF556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51FC60-63B0-DB70-2CFA-DB39F6F96A5F}"/>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Grouping Visuals &amp; Bookmarks</a:t>
            </a:r>
          </a:p>
        </p:txBody>
      </p:sp>
      <p:sp>
        <p:nvSpPr>
          <p:cNvPr id="4" name="TextBox 3">
            <a:extLst>
              <a:ext uri="{FF2B5EF4-FFF2-40B4-BE49-F238E27FC236}">
                <a16:creationId xmlns:a16="http://schemas.microsoft.com/office/drawing/2014/main" id="{2BDC14C8-B3F4-B887-6677-6EEC93737294}"/>
              </a:ext>
            </a:extLst>
          </p:cNvPr>
          <p:cNvSpPr txBox="1"/>
          <p:nvPr/>
        </p:nvSpPr>
        <p:spPr>
          <a:xfrm>
            <a:off x="4604273" y="828339"/>
            <a:ext cx="6820348" cy="2308324"/>
          </a:xfrm>
          <a:prstGeom prst="rect">
            <a:avLst/>
          </a:prstGeom>
          <a:noFill/>
        </p:spPr>
        <p:txBody>
          <a:bodyPr wrap="square" rtlCol="0">
            <a:spAutoFit/>
          </a:bodyPr>
          <a:lstStyle/>
          <a:p>
            <a:pPr marL="342900" indent="-342900">
              <a:buFont typeface="+mj-lt"/>
              <a:buAutoNum type="arabicPeriod"/>
            </a:pPr>
            <a:r>
              <a:rPr lang="en-US" dirty="0"/>
              <a:t>Make sure the selection pane is open</a:t>
            </a:r>
          </a:p>
          <a:p>
            <a:pPr marL="342900" indent="-342900">
              <a:buFont typeface="+mj-lt"/>
              <a:buAutoNum type="arabicPeriod"/>
            </a:pPr>
            <a:r>
              <a:rPr lang="en-US" dirty="0"/>
              <a:t>For any visuals you’d like to group, press ctrl + click on all the applicable visuals. </a:t>
            </a:r>
          </a:p>
          <a:p>
            <a:pPr marL="342900" indent="-342900">
              <a:buFont typeface="+mj-lt"/>
              <a:buAutoNum type="arabicPeriod"/>
            </a:pPr>
            <a:r>
              <a:rPr lang="en-US" dirty="0"/>
              <a:t>You will see these visuals highlighted in the Selection pane. Right click on one of these items in the Selection pane, and then hit Group</a:t>
            </a:r>
          </a:p>
          <a:p>
            <a:pPr marL="342900" indent="-342900">
              <a:buFont typeface="+mj-lt"/>
              <a:buAutoNum type="arabicPeriod"/>
            </a:pPr>
            <a:r>
              <a:rPr lang="en-US" dirty="0"/>
              <a:t>You can follow a similar process for bookmarks, by </a:t>
            </a:r>
            <a:r>
              <a:rPr lang="en-US" dirty="0" err="1"/>
              <a:t>ctrl+clicking</a:t>
            </a:r>
            <a:r>
              <a:rPr lang="en-US" dirty="0"/>
              <a:t> them in the Bookmarks pane and hitting group.</a:t>
            </a:r>
          </a:p>
        </p:txBody>
      </p:sp>
      <p:pic>
        <p:nvPicPr>
          <p:cNvPr id="7" name="Picture 6">
            <a:extLst>
              <a:ext uri="{FF2B5EF4-FFF2-40B4-BE49-F238E27FC236}">
                <a16:creationId xmlns:a16="http://schemas.microsoft.com/office/drawing/2014/main" id="{A32EC6DE-ED5D-01D6-8B2B-F5877BF79F6A}"/>
              </a:ext>
            </a:extLst>
          </p:cNvPr>
          <p:cNvPicPr>
            <a:picLocks noChangeAspect="1"/>
          </p:cNvPicPr>
          <p:nvPr/>
        </p:nvPicPr>
        <p:blipFill>
          <a:blip r:embed="rId3"/>
          <a:stretch>
            <a:fillRect/>
          </a:stretch>
        </p:blipFill>
        <p:spPr>
          <a:xfrm>
            <a:off x="4034778" y="3395691"/>
            <a:ext cx="8154174" cy="3469138"/>
          </a:xfrm>
          <a:prstGeom prst="rect">
            <a:avLst/>
          </a:prstGeom>
        </p:spPr>
      </p:pic>
      <p:sp>
        <p:nvSpPr>
          <p:cNvPr id="6" name="TextBox 5">
            <a:extLst>
              <a:ext uri="{FF2B5EF4-FFF2-40B4-BE49-F238E27FC236}">
                <a16:creationId xmlns:a16="http://schemas.microsoft.com/office/drawing/2014/main" id="{EE9BE277-A793-49DC-B187-B63CB6C27963}"/>
              </a:ext>
            </a:extLst>
          </p:cNvPr>
          <p:cNvSpPr txBox="1"/>
          <p:nvPr/>
        </p:nvSpPr>
        <p:spPr>
          <a:xfrm>
            <a:off x="7686076" y="4760928"/>
            <a:ext cx="290456" cy="369332"/>
          </a:xfrm>
          <a:prstGeom prst="rect">
            <a:avLst/>
          </a:prstGeom>
          <a:noFill/>
        </p:spPr>
        <p:txBody>
          <a:bodyPr wrap="square" rtlCol="0">
            <a:spAutoFit/>
          </a:bodyPr>
          <a:lstStyle/>
          <a:p>
            <a:r>
              <a:rPr lang="en-US" dirty="0">
                <a:solidFill>
                  <a:srgbClr val="FF0000"/>
                </a:solidFill>
              </a:rPr>
              <a:t>2</a:t>
            </a:r>
          </a:p>
        </p:txBody>
      </p:sp>
      <p:sp>
        <p:nvSpPr>
          <p:cNvPr id="9" name="TextBox 8">
            <a:extLst>
              <a:ext uri="{FF2B5EF4-FFF2-40B4-BE49-F238E27FC236}">
                <a16:creationId xmlns:a16="http://schemas.microsoft.com/office/drawing/2014/main" id="{D8CFA43E-CB9E-F921-D417-0805A6415BB0}"/>
              </a:ext>
            </a:extLst>
          </p:cNvPr>
          <p:cNvSpPr txBox="1"/>
          <p:nvPr/>
        </p:nvSpPr>
        <p:spPr>
          <a:xfrm>
            <a:off x="10463342" y="3352006"/>
            <a:ext cx="290456" cy="369332"/>
          </a:xfrm>
          <a:prstGeom prst="rect">
            <a:avLst/>
          </a:prstGeom>
          <a:noFill/>
        </p:spPr>
        <p:txBody>
          <a:bodyPr wrap="square" rtlCol="0">
            <a:spAutoFit/>
          </a:bodyPr>
          <a:lstStyle/>
          <a:p>
            <a:r>
              <a:rPr lang="en-US" dirty="0">
                <a:solidFill>
                  <a:srgbClr val="FF0000"/>
                </a:solidFill>
              </a:rPr>
              <a:t>1</a:t>
            </a:r>
          </a:p>
        </p:txBody>
      </p:sp>
      <p:sp>
        <p:nvSpPr>
          <p:cNvPr id="11" name="TextBox 10">
            <a:extLst>
              <a:ext uri="{FF2B5EF4-FFF2-40B4-BE49-F238E27FC236}">
                <a16:creationId xmlns:a16="http://schemas.microsoft.com/office/drawing/2014/main" id="{10BA0ACB-01C6-7437-124B-BCE73C0FE5ED}"/>
              </a:ext>
            </a:extLst>
          </p:cNvPr>
          <p:cNvSpPr txBox="1"/>
          <p:nvPr/>
        </p:nvSpPr>
        <p:spPr>
          <a:xfrm>
            <a:off x="10839860" y="5237673"/>
            <a:ext cx="290456" cy="369332"/>
          </a:xfrm>
          <a:prstGeom prst="rect">
            <a:avLst/>
          </a:prstGeom>
          <a:noFill/>
        </p:spPr>
        <p:txBody>
          <a:bodyPr wrap="square" rtlCol="0">
            <a:spAutoFit/>
          </a:bodyPr>
          <a:lstStyle/>
          <a:p>
            <a:r>
              <a:rPr lang="en-US" dirty="0">
                <a:solidFill>
                  <a:srgbClr val="FF0000"/>
                </a:solidFill>
              </a:rPr>
              <a:t>3</a:t>
            </a:r>
          </a:p>
        </p:txBody>
      </p:sp>
      <p:sp>
        <p:nvSpPr>
          <p:cNvPr id="13" name="TextBox 12">
            <a:extLst>
              <a:ext uri="{FF2B5EF4-FFF2-40B4-BE49-F238E27FC236}">
                <a16:creationId xmlns:a16="http://schemas.microsoft.com/office/drawing/2014/main" id="{9D4DB41E-0617-7F97-5DED-8C0AC8D242C1}"/>
              </a:ext>
            </a:extLst>
          </p:cNvPr>
          <p:cNvSpPr txBox="1"/>
          <p:nvPr/>
        </p:nvSpPr>
        <p:spPr>
          <a:xfrm>
            <a:off x="11479546" y="4576262"/>
            <a:ext cx="290456" cy="369332"/>
          </a:xfrm>
          <a:prstGeom prst="rect">
            <a:avLst/>
          </a:prstGeom>
          <a:noFill/>
        </p:spPr>
        <p:txBody>
          <a:bodyPr wrap="square" rtlCol="0">
            <a:spAutoFit/>
          </a:bodyPr>
          <a:lstStyle/>
          <a:p>
            <a:r>
              <a:rPr lang="en-US" dirty="0">
                <a:solidFill>
                  <a:srgbClr val="FF0000"/>
                </a:solidFill>
              </a:rPr>
              <a:t>4</a:t>
            </a:r>
          </a:p>
        </p:txBody>
      </p:sp>
    </p:spTree>
    <p:extLst>
      <p:ext uri="{BB962C8B-B14F-4D97-AF65-F5344CB8AC3E}">
        <p14:creationId xmlns:p14="http://schemas.microsoft.com/office/powerpoint/2010/main" val="30707287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B963E77B-5793-3EF3-8EB9-1EC49F51606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EDD7574-E171-9D4F-A561-41CB6CB1C0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EFBCCC3F-E4AC-F202-64E8-7E64FD572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0A35A74-EB7F-4DB3-C0CD-FE514CA64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D528E5C-B5EF-E2AA-82E3-1B3F379181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2045A7A-4A1A-1922-9E82-FE76FF4C53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21CD2CE8-13BC-BB73-6FE9-816FA6ED97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CEC34174-3008-638A-2FB9-ACD3565917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88784B-8D8D-EFF3-43BB-12E15783DD56}"/>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Adding a Bookmark Button for Users</a:t>
            </a:r>
          </a:p>
        </p:txBody>
      </p:sp>
      <p:sp>
        <p:nvSpPr>
          <p:cNvPr id="4" name="TextBox 3">
            <a:extLst>
              <a:ext uri="{FF2B5EF4-FFF2-40B4-BE49-F238E27FC236}">
                <a16:creationId xmlns:a16="http://schemas.microsoft.com/office/drawing/2014/main" id="{36719812-4345-EC7D-E97B-49FAEB2E4104}"/>
              </a:ext>
            </a:extLst>
          </p:cNvPr>
          <p:cNvSpPr txBox="1"/>
          <p:nvPr/>
        </p:nvSpPr>
        <p:spPr>
          <a:xfrm>
            <a:off x="4566358" y="549277"/>
            <a:ext cx="6820348" cy="1754326"/>
          </a:xfrm>
          <a:prstGeom prst="rect">
            <a:avLst/>
          </a:prstGeom>
          <a:noFill/>
        </p:spPr>
        <p:txBody>
          <a:bodyPr wrap="square" rtlCol="0">
            <a:spAutoFit/>
          </a:bodyPr>
          <a:lstStyle/>
          <a:p>
            <a:r>
              <a:rPr lang="en-US" dirty="0"/>
              <a:t>After creating and grouping your bookmarks:</a:t>
            </a:r>
          </a:p>
          <a:p>
            <a:pPr marL="342900" indent="-342900">
              <a:buFont typeface="+mj-lt"/>
              <a:buAutoNum type="arabicPeriod"/>
            </a:pPr>
            <a:r>
              <a:rPr lang="en-US" dirty="0"/>
              <a:t>Name your bookmark group</a:t>
            </a:r>
          </a:p>
          <a:p>
            <a:pPr marL="342900" indent="-342900">
              <a:buFont typeface="+mj-lt"/>
              <a:buAutoNum type="arabicPeriod"/>
            </a:pPr>
            <a:r>
              <a:rPr lang="en-US" dirty="0"/>
              <a:t>Hit Insert in the top navigation menu</a:t>
            </a:r>
          </a:p>
          <a:p>
            <a:pPr marL="342900" indent="-342900">
              <a:buFont typeface="+mj-lt"/>
              <a:buAutoNum type="arabicPeriod"/>
            </a:pPr>
            <a:r>
              <a:rPr lang="en-US" dirty="0"/>
              <a:t>Hit buttons &gt;&gt; Navigation &gt;&gt; Bookmark Navigator</a:t>
            </a:r>
          </a:p>
          <a:p>
            <a:pPr marL="342900" indent="-342900">
              <a:buFont typeface="+mj-lt"/>
              <a:buAutoNum type="arabicPeriod"/>
            </a:pPr>
            <a:r>
              <a:rPr lang="en-US" dirty="0"/>
              <a:t>Once the button appears, go to its settings &gt;&gt; Bookmarks &gt;&gt; select your group name (see next slide)</a:t>
            </a:r>
          </a:p>
        </p:txBody>
      </p:sp>
      <p:pic>
        <p:nvPicPr>
          <p:cNvPr id="5" name="Picture 4">
            <a:extLst>
              <a:ext uri="{FF2B5EF4-FFF2-40B4-BE49-F238E27FC236}">
                <a16:creationId xmlns:a16="http://schemas.microsoft.com/office/drawing/2014/main" id="{C4DB0481-35A2-E265-A751-29ECEA02C6D6}"/>
              </a:ext>
            </a:extLst>
          </p:cNvPr>
          <p:cNvPicPr>
            <a:picLocks noChangeAspect="1"/>
          </p:cNvPicPr>
          <p:nvPr/>
        </p:nvPicPr>
        <p:blipFill>
          <a:blip r:embed="rId3"/>
          <a:stretch>
            <a:fillRect/>
          </a:stretch>
        </p:blipFill>
        <p:spPr>
          <a:xfrm>
            <a:off x="4037826" y="2672935"/>
            <a:ext cx="8154174" cy="4153612"/>
          </a:xfrm>
          <a:prstGeom prst="rect">
            <a:avLst/>
          </a:prstGeom>
        </p:spPr>
      </p:pic>
      <p:sp>
        <p:nvSpPr>
          <p:cNvPr id="6" name="TextBox 5">
            <a:extLst>
              <a:ext uri="{FF2B5EF4-FFF2-40B4-BE49-F238E27FC236}">
                <a16:creationId xmlns:a16="http://schemas.microsoft.com/office/drawing/2014/main" id="{D6AF7992-15DC-978E-5D77-1F907534A812}"/>
              </a:ext>
            </a:extLst>
          </p:cNvPr>
          <p:cNvSpPr txBox="1"/>
          <p:nvPr/>
        </p:nvSpPr>
        <p:spPr>
          <a:xfrm>
            <a:off x="4751451" y="2303603"/>
            <a:ext cx="290456" cy="369332"/>
          </a:xfrm>
          <a:prstGeom prst="rect">
            <a:avLst/>
          </a:prstGeom>
          <a:noFill/>
        </p:spPr>
        <p:txBody>
          <a:bodyPr wrap="square" rtlCol="0">
            <a:spAutoFit/>
          </a:bodyPr>
          <a:lstStyle/>
          <a:p>
            <a:r>
              <a:rPr lang="en-US" dirty="0">
                <a:solidFill>
                  <a:srgbClr val="FF0000"/>
                </a:solidFill>
              </a:rPr>
              <a:t>2</a:t>
            </a:r>
          </a:p>
        </p:txBody>
      </p:sp>
      <p:sp>
        <p:nvSpPr>
          <p:cNvPr id="9" name="TextBox 8">
            <a:extLst>
              <a:ext uri="{FF2B5EF4-FFF2-40B4-BE49-F238E27FC236}">
                <a16:creationId xmlns:a16="http://schemas.microsoft.com/office/drawing/2014/main" id="{E5A0B76C-FA70-2D4D-A93A-85406A5D24B6}"/>
              </a:ext>
            </a:extLst>
          </p:cNvPr>
          <p:cNvSpPr txBox="1"/>
          <p:nvPr/>
        </p:nvSpPr>
        <p:spPr>
          <a:xfrm>
            <a:off x="11043861" y="4499009"/>
            <a:ext cx="290456" cy="369332"/>
          </a:xfrm>
          <a:prstGeom prst="rect">
            <a:avLst/>
          </a:prstGeom>
          <a:noFill/>
        </p:spPr>
        <p:txBody>
          <a:bodyPr wrap="square" rtlCol="0">
            <a:spAutoFit/>
          </a:bodyPr>
          <a:lstStyle/>
          <a:p>
            <a:r>
              <a:rPr lang="en-US" dirty="0">
                <a:solidFill>
                  <a:srgbClr val="FF0000"/>
                </a:solidFill>
              </a:rPr>
              <a:t>1</a:t>
            </a:r>
          </a:p>
        </p:txBody>
      </p:sp>
      <p:sp>
        <p:nvSpPr>
          <p:cNvPr id="11" name="TextBox 10">
            <a:extLst>
              <a:ext uri="{FF2B5EF4-FFF2-40B4-BE49-F238E27FC236}">
                <a16:creationId xmlns:a16="http://schemas.microsoft.com/office/drawing/2014/main" id="{46205EA3-D8F3-900F-C01B-5E885C2008F8}"/>
              </a:ext>
            </a:extLst>
          </p:cNvPr>
          <p:cNvSpPr txBox="1"/>
          <p:nvPr/>
        </p:nvSpPr>
        <p:spPr>
          <a:xfrm>
            <a:off x="8763634" y="3102564"/>
            <a:ext cx="290456" cy="369332"/>
          </a:xfrm>
          <a:prstGeom prst="rect">
            <a:avLst/>
          </a:prstGeom>
          <a:noFill/>
        </p:spPr>
        <p:txBody>
          <a:bodyPr wrap="square" rtlCol="0">
            <a:spAutoFit/>
          </a:bodyPr>
          <a:lstStyle/>
          <a:p>
            <a:r>
              <a:rPr lang="en-US" dirty="0">
                <a:solidFill>
                  <a:srgbClr val="FF0000"/>
                </a:solidFill>
              </a:rPr>
              <a:t>3</a:t>
            </a:r>
          </a:p>
        </p:txBody>
      </p:sp>
    </p:spTree>
    <p:extLst>
      <p:ext uri="{BB962C8B-B14F-4D97-AF65-F5344CB8AC3E}">
        <p14:creationId xmlns:p14="http://schemas.microsoft.com/office/powerpoint/2010/main" val="5188357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EBA40CF4-E4EC-50ED-0FAD-6EAA4AACAE3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58FF149-6DA6-98F1-2CF9-193ABBE37A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864CAFF2-3D4D-798F-16F1-53988FFD04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D1C2283-8920-BF91-3E25-79710C15F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3CD1452-8819-61FA-EF47-C17043C461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E0DFA70-D7EA-F646-C07A-1D8C5ABF29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E028C5AF-0252-0099-7FBC-452AD52961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0E16E8F5-2479-E43E-7E66-948137B84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9865356-1810-A649-4E6D-3A986D4B5C8C}"/>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Adding a Bookmark Button for Users Pt 2</a:t>
            </a:r>
          </a:p>
        </p:txBody>
      </p:sp>
      <p:sp>
        <p:nvSpPr>
          <p:cNvPr id="4" name="TextBox 3">
            <a:extLst>
              <a:ext uri="{FF2B5EF4-FFF2-40B4-BE49-F238E27FC236}">
                <a16:creationId xmlns:a16="http://schemas.microsoft.com/office/drawing/2014/main" id="{AFFF593E-4640-36F7-81AE-CB2FB9504CBB}"/>
              </a:ext>
            </a:extLst>
          </p:cNvPr>
          <p:cNvSpPr txBox="1"/>
          <p:nvPr/>
        </p:nvSpPr>
        <p:spPr>
          <a:xfrm>
            <a:off x="4566358" y="549277"/>
            <a:ext cx="6820348" cy="1754326"/>
          </a:xfrm>
          <a:prstGeom prst="rect">
            <a:avLst/>
          </a:prstGeom>
          <a:noFill/>
        </p:spPr>
        <p:txBody>
          <a:bodyPr wrap="square" rtlCol="0">
            <a:spAutoFit/>
          </a:bodyPr>
          <a:lstStyle/>
          <a:p>
            <a:r>
              <a:rPr lang="en-US" dirty="0"/>
              <a:t>After creating and grouping your bookmarks:</a:t>
            </a:r>
          </a:p>
          <a:p>
            <a:pPr marL="342900" indent="-342900">
              <a:buFont typeface="+mj-lt"/>
              <a:buAutoNum type="arabicPeriod"/>
            </a:pPr>
            <a:r>
              <a:rPr lang="en-US" dirty="0"/>
              <a:t>Name your bookmark group</a:t>
            </a:r>
          </a:p>
          <a:p>
            <a:pPr marL="342900" indent="-342900">
              <a:buFont typeface="+mj-lt"/>
              <a:buAutoNum type="arabicPeriod"/>
            </a:pPr>
            <a:r>
              <a:rPr lang="en-US" dirty="0"/>
              <a:t>Hit Insert in the top navigation menu</a:t>
            </a:r>
          </a:p>
          <a:p>
            <a:pPr marL="342900" indent="-342900">
              <a:buFont typeface="+mj-lt"/>
              <a:buAutoNum type="arabicPeriod"/>
            </a:pPr>
            <a:r>
              <a:rPr lang="en-US" dirty="0"/>
              <a:t>Hit buttons &gt;&gt; Navigation &gt;&gt; Bookmark Navigator</a:t>
            </a:r>
          </a:p>
          <a:p>
            <a:pPr marL="342900" indent="-342900">
              <a:buFont typeface="+mj-lt"/>
              <a:buAutoNum type="arabicPeriod"/>
            </a:pPr>
            <a:r>
              <a:rPr lang="en-US" dirty="0"/>
              <a:t>Once the button appears, go to its settings &gt;&gt; Bookmarks &gt;&gt; select your group name (see next slide)</a:t>
            </a:r>
          </a:p>
        </p:txBody>
      </p:sp>
      <p:pic>
        <p:nvPicPr>
          <p:cNvPr id="7" name="Picture 6">
            <a:extLst>
              <a:ext uri="{FF2B5EF4-FFF2-40B4-BE49-F238E27FC236}">
                <a16:creationId xmlns:a16="http://schemas.microsoft.com/office/drawing/2014/main" id="{A690E27C-8C27-E132-204D-36A6E42DC4C2}"/>
              </a:ext>
            </a:extLst>
          </p:cNvPr>
          <p:cNvPicPr>
            <a:picLocks noChangeAspect="1"/>
          </p:cNvPicPr>
          <p:nvPr/>
        </p:nvPicPr>
        <p:blipFill>
          <a:blip r:embed="rId3"/>
          <a:stretch>
            <a:fillRect/>
          </a:stretch>
        </p:blipFill>
        <p:spPr>
          <a:xfrm>
            <a:off x="4029746" y="3259567"/>
            <a:ext cx="8159206" cy="3588296"/>
          </a:xfrm>
          <a:prstGeom prst="rect">
            <a:avLst/>
          </a:prstGeom>
        </p:spPr>
      </p:pic>
      <p:sp>
        <p:nvSpPr>
          <p:cNvPr id="9" name="TextBox 8">
            <a:extLst>
              <a:ext uri="{FF2B5EF4-FFF2-40B4-BE49-F238E27FC236}">
                <a16:creationId xmlns:a16="http://schemas.microsoft.com/office/drawing/2014/main" id="{5A08A864-6F36-43ED-C7D3-2767E2BFB801}"/>
              </a:ext>
            </a:extLst>
          </p:cNvPr>
          <p:cNvSpPr txBox="1"/>
          <p:nvPr/>
        </p:nvSpPr>
        <p:spPr>
          <a:xfrm>
            <a:off x="11754792" y="5316590"/>
            <a:ext cx="290456" cy="369332"/>
          </a:xfrm>
          <a:prstGeom prst="rect">
            <a:avLst/>
          </a:prstGeom>
          <a:noFill/>
        </p:spPr>
        <p:txBody>
          <a:bodyPr wrap="square" rtlCol="0">
            <a:spAutoFit/>
          </a:bodyPr>
          <a:lstStyle/>
          <a:p>
            <a:r>
              <a:rPr lang="en-US" dirty="0">
                <a:solidFill>
                  <a:srgbClr val="FF0000"/>
                </a:solidFill>
              </a:rPr>
              <a:t>4</a:t>
            </a:r>
          </a:p>
        </p:txBody>
      </p:sp>
    </p:spTree>
    <p:extLst>
      <p:ext uri="{BB962C8B-B14F-4D97-AF65-F5344CB8AC3E}">
        <p14:creationId xmlns:p14="http://schemas.microsoft.com/office/powerpoint/2010/main" val="36070819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C46275DB-082F-1035-D47F-AEAB448AA6D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1A0F1CA-DA54-D6A8-0F98-430ABFCD30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3C787C49-9898-58CB-BB57-0B31553014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8B3A637-A1EF-E89F-82EB-52D5800ED4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953CB74-7F67-30E1-8AF3-690220C88D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5E7B0D0-53A0-1689-A3AB-EAB4EF40AC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C999E4C8-14B7-6897-CB82-777683B2C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49641E88-41A4-BBB2-0956-53B7EE3A50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B2265C0-41FD-9919-456E-3A4DB025A0A3}"/>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Accessing Bookmark Properties</a:t>
            </a:r>
          </a:p>
        </p:txBody>
      </p:sp>
      <p:sp>
        <p:nvSpPr>
          <p:cNvPr id="4" name="TextBox 3">
            <a:extLst>
              <a:ext uri="{FF2B5EF4-FFF2-40B4-BE49-F238E27FC236}">
                <a16:creationId xmlns:a16="http://schemas.microsoft.com/office/drawing/2014/main" id="{C00D7700-FA3F-BEEC-098F-4A988BEDA4A5}"/>
              </a:ext>
            </a:extLst>
          </p:cNvPr>
          <p:cNvSpPr txBox="1"/>
          <p:nvPr/>
        </p:nvSpPr>
        <p:spPr>
          <a:xfrm>
            <a:off x="4566358" y="549277"/>
            <a:ext cx="6820348" cy="4801314"/>
          </a:xfrm>
          <a:prstGeom prst="rect">
            <a:avLst/>
          </a:prstGeom>
          <a:noFill/>
        </p:spPr>
        <p:txBody>
          <a:bodyPr wrap="square" rtlCol="0">
            <a:spAutoFit/>
          </a:bodyPr>
          <a:lstStyle/>
          <a:p>
            <a:r>
              <a:rPr lang="en-US" dirty="0"/>
              <a:t>To access bookmark properties, go to a bookmark and:</a:t>
            </a:r>
          </a:p>
          <a:p>
            <a:pPr marL="342900" indent="-342900">
              <a:buFont typeface="+mj-lt"/>
              <a:buAutoNum type="arabicPeriod"/>
            </a:pPr>
            <a:r>
              <a:rPr lang="en-US" dirty="0"/>
              <a:t>Hit the ellipses next to the bookmark line</a:t>
            </a:r>
          </a:p>
          <a:p>
            <a:pPr marL="342900" indent="-342900">
              <a:buFont typeface="+mj-lt"/>
              <a:buAutoNum type="arabicPeriod"/>
            </a:pPr>
            <a:r>
              <a:rPr lang="en-US" dirty="0"/>
              <a:t>View/Change settings</a:t>
            </a:r>
          </a:p>
          <a:p>
            <a:pPr marL="800100" lvl="1" indent="-342900">
              <a:buFont typeface="+mj-lt"/>
              <a:buAutoNum type="arabicPeriod"/>
            </a:pPr>
            <a:r>
              <a:rPr lang="en-US" dirty="0"/>
              <a:t>Data: If checked, then affected visuals will save with their selected data settings including sort order, cross highlighting, and filtering/selected data values.</a:t>
            </a:r>
          </a:p>
          <a:p>
            <a:pPr marL="800100" lvl="1" indent="-342900">
              <a:buFont typeface="+mj-lt"/>
              <a:buAutoNum type="arabicPeriod"/>
            </a:pPr>
            <a:r>
              <a:rPr lang="en-US" dirty="0"/>
              <a:t>Display: If checked, then affected visuals will save in their current visible/hidden state.</a:t>
            </a:r>
          </a:p>
          <a:p>
            <a:pPr marL="800100" lvl="1" indent="-342900">
              <a:buFont typeface="+mj-lt"/>
              <a:buAutoNum type="arabicPeriod"/>
            </a:pPr>
            <a:r>
              <a:rPr lang="en-US" dirty="0"/>
              <a:t>Current Page: If checked, then when the bookmark button is clicked the report will navigate to the current page you are on</a:t>
            </a:r>
          </a:p>
          <a:p>
            <a:pPr marL="800100" lvl="1" indent="-342900">
              <a:buFont typeface="+mj-lt"/>
              <a:buAutoNum type="arabicPeriod"/>
            </a:pPr>
            <a:r>
              <a:rPr lang="en-US" dirty="0"/>
              <a:t>All Visuals/Selected Visuals: If all visuals is selected, all visuals on the page will be “stored” and will revert to their current state when the bookmark is selected. If Selected Visals is selected, then only visuals that are selected will have their properties impacted by the bookmark (guide on next slide)</a:t>
            </a:r>
          </a:p>
        </p:txBody>
      </p:sp>
    </p:spTree>
    <p:extLst>
      <p:ext uri="{BB962C8B-B14F-4D97-AF65-F5344CB8AC3E}">
        <p14:creationId xmlns:p14="http://schemas.microsoft.com/office/powerpoint/2010/main" val="42484673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193320EF-A128-2944-C850-FB968BB709E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262F105-3D58-AA91-8550-E6E96B9999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E1E9BD6-6EB8-4477-540B-926AC6488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A99C04C3-F016-C9E0-2C45-E9943F12A320}"/>
              </a:ext>
            </a:extLst>
          </p:cNvPr>
          <p:cNvPicPr>
            <a:picLocks noChangeAspect="1"/>
          </p:cNvPicPr>
          <p:nvPr/>
        </p:nvPicPr>
        <p:blipFill>
          <a:blip r:embed="rId3"/>
          <a:stretch>
            <a:fillRect/>
          </a:stretch>
        </p:blipFill>
        <p:spPr>
          <a:xfrm>
            <a:off x="4134810" y="3414329"/>
            <a:ext cx="8057189" cy="3432077"/>
          </a:xfrm>
          <a:prstGeom prst="rect">
            <a:avLst/>
          </a:prstGeom>
        </p:spPr>
      </p:pic>
      <p:sp>
        <p:nvSpPr>
          <p:cNvPr id="12" name="Rectangle 11">
            <a:extLst>
              <a:ext uri="{FF2B5EF4-FFF2-40B4-BE49-F238E27FC236}">
                <a16:creationId xmlns:a16="http://schemas.microsoft.com/office/drawing/2014/main" id="{E6A41E11-B62C-1453-AF18-6110F6D1C5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761DDE0-6267-4F15-A84B-CD9A015C2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A4F36BC-0B71-A4F0-B595-01F723A55F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47BB3F90-0520-2B1C-794C-9C494F8D9D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7EF383E0-4059-AF01-18B7-FE228ACA90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66C0E6-BBFF-B518-114F-02E71684978C}"/>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Selecting visuals for a bookmark</a:t>
            </a:r>
          </a:p>
        </p:txBody>
      </p:sp>
      <p:sp>
        <p:nvSpPr>
          <p:cNvPr id="4" name="TextBox 3">
            <a:extLst>
              <a:ext uri="{FF2B5EF4-FFF2-40B4-BE49-F238E27FC236}">
                <a16:creationId xmlns:a16="http://schemas.microsoft.com/office/drawing/2014/main" id="{030AD12E-8994-9571-EABD-75C1C5EFACF2}"/>
              </a:ext>
            </a:extLst>
          </p:cNvPr>
          <p:cNvSpPr txBox="1"/>
          <p:nvPr/>
        </p:nvSpPr>
        <p:spPr>
          <a:xfrm>
            <a:off x="4566358" y="549277"/>
            <a:ext cx="6820348" cy="2031325"/>
          </a:xfrm>
          <a:prstGeom prst="rect">
            <a:avLst/>
          </a:prstGeom>
          <a:noFill/>
        </p:spPr>
        <p:txBody>
          <a:bodyPr wrap="square" rtlCol="0">
            <a:spAutoFit/>
          </a:bodyPr>
          <a:lstStyle/>
          <a:p>
            <a:r>
              <a:rPr lang="en-US" dirty="0"/>
              <a:t>After creating your bookmark:</a:t>
            </a:r>
          </a:p>
          <a:p>
            <a:pPr marL="342900" indent="-342900">
              <a:buFont typeface="+mj-lt"/>
              <a:buAutoNum type="arabicPeriod"/>
            </a:pPr>
            <a:r>
              <a:rPr lang="en-US" dirty="0"/>
              <a:t>Go to your bookmark, and check the Selected Visuals property</a:t>
            </a:r>
          </a:p>
          <a:p>
            <a:pPr marL="342900" indent="-342900">
              <a:buFont typeface="+mj-lt"/>
              <a:buAutoNum type="arabicPeriod"/>
            </a:pPr>
            <a:r>
              <a:rPr lang="en-US" dirty="0"/>
              <a:t>In your Selection pane, ctrl + click the individual/groups of visuals. They will now be highlighted in the pane.</a:t>
            </a:r>
          </a:p>
          <a:p>
            <a:pPr marL="800100" lvl="1" indent="-342900">
              <a:buFont typeface="+mj-lt"/>
              <a:buAutoNum type="arabicPeriod"/>
            </a:pPr>
            <a:r>
              <a:rPr lang="en-US" dirty="0"/>
              <a:t>Make sure that visibility/other visual properties are as desired for the bookmark view</a:t>
            </a:r>
          </a:p>
          <a:p>
            <a:pPr marL="342900" indent="-342900">
              <a:buFont typeface="+mj-lt"/>
              <a:buAutoNum type="arabicPeriod"/>
            </a:pPr>
            <a:r>
              <a:rPr lang="en-US" dirty="0"/>
              <a:t>Hit Update on your bookmark</a:t>
            </a:r>
          </a:p>
        </p:txBody>
      </p:sp>
      <p:sp>
        <p:nvSpPr>
          <p:cNvPr id="9" name="TextBox 8">
            <a:extLst>
              <a:ext uri="{FF2B5EF4-FFF2-40B4-BE49-F238E27FC236}">
                <a16:creationId xmlns:a16="http://schemas.microsoft.com/office/drawing/2014/main" id="{1F642527-8927-05ED-621B-509E3D312632}"/>
              </a:ext>
            </a:extLst>
          </p:cNvPr>
          <p:cNvSpPr txBox="1"/>
          <p:nvPr/>
        </p:nvSpPr>
        <p:spPr>
          <a:xfrm>
            <a:off x="11636458" y="5510228"/>
            <a:ext cx="290456" cy="369332"/>
          </a:xfrm>
          <a:prstGeom prst="rect">
            <a:avLst/>
          </a:prstGeom>
          <a:noFill/>
        </p:spPr>
        <p:txBody>
          <a:bodyPr wrap="square" rtlCol="0">
            <a:spAutoFit/>
          </a:bodyPr>
          <a:lstStyle/>
          <a:p>
            <a:r>
              <a:rPr lang="en-US" dirty="0">
                <a:solidFill>
                  <a:srgbClr val="FF0000"/>
                </a:solidFill>
              </a:rPr>
              <a:t>1</a:t>
            </a:r>
          </a:p>
        </p:txBody>
      </p:sp>
      <p:sp>
        <p:nvSpPr>
          <p:cNvPr id="6" name="TextBox 5">
            <a:extLst>
              <a:ext uri="{FF2B5EF4-FFF2-40B4-BE49-F238E27FC236}">
                <a16:creationId xmlns:a16="http://schemas.microsoft.com/office/drawing/2014/main" id="{161BFD0F-62C2-8377-19E9-359D56C05B05}"/>
              </a:ext>
            </a:extLst>
          </p:cNvPr>
          <p:cNvSpPr txBox="1"/>
          <p:nvPr/>
        </p:nvSpPr>
        <p:spPr>
          <a:xfrm>
            <a:off x="10637790" y="4388290"/>
            <a:ext cx="290456" cy="369332"/>
          </a:xfrm>
          <a:prstGeom prst="rect">
            <a:avLst/>
          </a:prstGeom>
          <a:noFill/>
        </p:spPr>
        <p:txBody>
          <a:bodyPr wrap="square" rtlCol="0">
            <a:spAutoFit/>
          </a:bodyPr>
          <a:lstStyle/>
          <a:p>
            <a:r>
              <a:rPr lang="en-US" dirty="0">
                <a:solidFill>
                  <a:srgbClr val="FF0000"/>
                </a:solidFill>
              </a:rPr>
              <a:t>2</a:t>
            </a:r>
          </a:p>
        </p:txBody>
      </p:sp>
      <p:sp>
        <p:nvSpPr>
          <p:cNvPr id="11" name="TextBox 10">
            <a:extLst>
              <a:ext uri="{FF2B5EF4-FFF2-40B4-BE49-F238E27FC236}">
                <a16:creationId xmlns:a16="http://schemas.microsoft.com/office/drawing/2014/main" id="{FD6BE553-E240-2B2C-2045-6EC8815BF9CE}"/>
              </a:ext>
            </a:extLst>
          </p:cNvPr>
          <p:cNvSpPr txBox="1"/>
          <p:nvPr/>
        </p:nvSpPr>
        <p:spPr>
          <a:xfrm>
            <a:off x="11509429" y="4631700"/>
            <a:ext cx="290456" cy="369332"/>
          </a:xfrm>
          <a:prstGeom prst="rect">
            <a:avLst/>
          </a:prstGeom>
          <a:noFill/>
        </p:spPr>
        <p:txBody>
          <a:bodyPr wrap="square" rtlCol="0">
            <a:spAutoFit/>
          </a:bodyPr>
          <a:lstStyle/>
          <a:p>
            <a:r>
              <a:rPr lang="en-US" dirty="0">
                <a:solidFill>
                  <a:srgbClr val="FF0000"/>
                </a:solidFill>
              </a:rPr>
              <a:t>3</a:t>
            </a:r>
          </a:p>
        </p:txBody>
      </p:sp>
    </p:spTree>
    <p:extLst>
      <p:ext uri="{BB962C8B-B14F-4D97-AF65-F5344CB8AC3E}">
        <p14:creationId xmlns:p14="http://schemas.microsoft.com/office/powerpoint/2010/main" val="16226968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744B1A5A-033A-B049-9249-5E61EAE904B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A9A6B2A-213D-5EEC-8D19-EAE3B9D65D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1051126-DDB6-5B21-1AA3-12D7DBB96A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4EC5F9B-B1FB-D709-E45E-E122728B80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3980237-09A4-A165-D940-D872E9AA6F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6E93CC2-63C5-EC36-0117-757A41C4D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AADA3A77-DE40-1126-E612-7F3A5AC6B9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0D04FC2B-083F-5F3A-76E9-D35126B38F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D79CA53-A888-04B7-181E-E03F62BD61DB}"/>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Accessibility Settings / Tab Order</a:t>
            </a:r>
          </a:p>
        </p:txBody>
      </p:sp>
      <p:sp>
        <p:nvSpPr>
          <p:cNvPr id="4" name="TextBox 3">
            <a:extLst>
              <a:ext uri="{FF2B5EF4-FFF2-40B4-BE49-F238E27FC236}">
                <a16:creationId xmlns:a16="http://schemas.microsoft.com/office/drawing/2014/main" id="{DE536B74-967D-D489-EF72-298AAB08457B}"/>
              </a:ext>
            </a:extLst>
          </p:cNvPr>
          <p:cNvSpPr txBox="1"/>
          <p:nvPr/>
        </p:nvSpPr>
        <p:spPr>
          <a:xfrm>
            <a:off x="4037826" y="69053"/>
            <a:ext cx="8154174" cy="2585323"/>
          </a:xfrm>
          <a:prstGeom prst="rect">
            <a:avLst/>
          </a:prstGeom>
          <a:noFill/>
        </p:spPr>
        <p:txBody>
          <a:bodyPr wrap="square" rtlCol="0">
            <a:spAutoFit/>
          </a:bodyPr>
          <a:lstStyle/>
          <a:p>
            <a:r>
              <a:rPr lang="en-US" dirty="0"/>
              <a:t>After creating your page, use Tab Order for accessibility by:</a:t>
            </a:r>
          </a:p>
          <a:p>
            <a:pPr marL="342900" indent="-342900">
              <a:buFont typeface="+mj-lt"/>
              <a:buAutoNum type="arabicPeriod"/>
            </a:pPr>
            <a:r>
              <a:rPr lang="en-US" dirty="0"/>
              <a:t>Opening the Selection pane, and going to Tab Order</a:t>
            </a:r>
          </a:p>
          <a:p>
            <a:pPr marL="342900" indent="-342900">
              <a:buFont typeface="+mj-lt"/>
              <a:buAutoNum type="arabicPeriod"/>
            </a:pPr>
            <a:r>
              <a:rPr lang="en-US" dirty="0"/>
              <a:t>Ordering your visuals in the way you’d like a screen reader to go through them for users who need this feature</a:t>
            </a:r>
          </a:p>
          <a:p>
            <a:pPr marL="342900" indent="-342900">
              <a:buFont typeface="+mj-lt"/>
              <a:buAutoNum type="arabicPeriod"/>
            </a:pPr>
            <a:r>
              <a:rPr lang="en-US" dirty="0"/>
              <a:t>For any “non-relevant” visual – </a:t>
            </a:r>
            <a:r>
              <a:rPr lang="en-US" dirty="0" err="1"/>
              <a:t>ie</a:t>
            </a:r>
            <a:r>
              <a:rPr lang="en-US" dirty="0"/>
              <a:t> a decorative text box, or other item that is purely aesthetic and not adding value for a screen reader, un-check the visibility status for those items in the Tab Order pane</a:t>
            </a:r>
          </a:p>
          <a:p>
            <a:pPr marL="342900" indent="-342900">
              <a:buFont typeface="+mj-lt"/>
              <a:buAutoNum type="arabicPeriod"/>
            </a:pPr>
            <a:r>
              <a:rPr lang="en-US" dirty="0"/>
              <a:t>Also consider using accessible color palettes (abode has some) and icons that are more than just colored dots</a:t>
            </a:r>
          </a:p>
        </p:txBody>
      </p:sp>
      <p:pic>
        <p:nvPicPr>
          <p:cNvPr id="7" name="Picture 6">
            <a:extLst>
              <a:ext uri="{FF2B5EF4-FFF2-40B4-BE49-F238E27FC236}">
                <a16:creationId xmlns:a16="http://schemas.microsoft.com/office/drawing/2014/main" id="{9416532E-6908-5DC5-6E77-C4E0E6C36B3C}"/>
              </a:ext>
            </a:extLst>
          </p:cNvPr>
          <p:cNvPicPr>
            <a:picLocks noChangeAspect="1"/>
          </p:cNvPicPr>
          <p:nvPr/>
        </p:nvPicPr>
        <p:blipFill>
          <a:blip r:embed="rId3"/>
          <a:stretch>
            <a:fillRect/>
          </a:stretch>
        </p:blipFill>
        <p:spPr>
          <a:xfrm>
            <a:off x="4037826" y="3208373"/>
            <a:ext cx="8151126" cy="3566391"/>
          </a:xfrm>
          <a:prstGeom prst="rect">
            <a:avLst/>
          </a:prstGeom>
        </p:spPr>
      </p:pic>
      <p:sp>
        <p:nvSpPr>
          <p:cNvPr id="9" name="TextBox 8">
            <a:extLst>
              <a:ext uri="{FF2B5EF4-FFF2-40B4-BE49-F238E27FC236}">
                <a16:creationId xmlns:a16="http://schemas.microsoft.com/office/drawing/2014/main" id="{93E41891-B56C-A86A-1B22-34E71E7741AE}"/>
              </a:ext>
            </a:extLst>
          </p:cNvPr>
          <p:cNvSpPr txBox="1"/>
          <p:nvPr/>
        </p:nvSpPr>
        <p:spPr>
          <a:xfrm>
            <a:off x="10421384" y="3357594"/>
            <a:ext cx="290456" cy="369332"/>
          </a:xfrm>
          <a:prstGeom prst="rect">
            <a:avLst/>
          </a:prstGeom>
          <a:noFill/>
        </p:spPr>
        <p:txBody>
          <a:bodyPr wrap="square" rtlCol="0">
            <a:spAutoFit/>
          </a:bodyPr>
          <a:lstStyle/>
          <a:p>
            <a:r>
              <a:rPr lang="en-US" dirty="0">
                <a:solidFill>
                  <a:srgbClr val="FF0000"/>
                </a:solidFill>
              </a:rPr>
              <a:t>1</a:t>
            </a:r>
          </a:p>
        </p:txBody>
      </p:sp>
      <p:sp>
        <p:nvSpPr>
          <p:cNvPr id="6" name="TextBox 5">
            <a:extLst>
              <a:ext uri="{FF2B5EF4-FFF2-40B4-BE49-F238E27FC236}">
                <a16:creationId xmlns:a16="http://schemas.microsoft.com/office/drawing/2014/main" id="{698EFBF0-1D23-64E5-A7AC-35DE8E55D33C}"/>
              </a:ext>
            </a:extLst>
          </p:cNvPr>
          <p:cNvSpPr txBox="1"/>
          <p:nvPr/>
        </p:nvSpPr>
        <p:spPr>
          <a:xfrm>
            <a:off x="10655275" y="3908975"/>
            <a:ext cx="290456" cy="369332"/>
          </a:xfrm>
          <a:prstGeom prst="rect">
            <a:avLst/>
          </a:prstGeom>
          <a:noFill/>
        </p:spPr>
        <p:txBody>
          <a:bodyPr wrap="square" rtlCol="0">
            <a:spAutoFit/>
          </a:bodyPr>
          <a:lstStyle/>
          <a:p>
            <a:r>
              <a:rPr lang="en-US" dirty="0">
                <a:solidFill>
                  <a:srgbClr val="FF0000"/>
                </a:solidFill>
              </a:rPr>
              <a:t>2</a:t>
            </a:r>
          </a:p>
        </p:txBody>
      </p:sp>
      <p:sp>
        <p:nvSpPr>
          <p:cNvPr id="11" name="TextBox 10">
            <a:extLst>
              <a:ext uri="{FF2B5EF4-FFF2-40B4-BE49-F238E27FC236}">
                <a16:creationId xmlns:a16="http://schemas.microsoft.com/office/drawing/2014/main" id="{F360C9F9-F477-B9D9-B94E-5FE55FB980D8}"/>
              </a:ext>
            </a:extLst>
          </p:cNvPr>
          <p:cNvSpPr txBox="1"/>
          <p:nvPr/>
        </p:nvSpPr>
        <p:spPr>
          <a:xfrm>
            <a:off x="10510047" y="5010023"/>
            <a:ext cx="290456" cy="369332"/>
          </a:xfrm>
          <a:prstGeom prst="rect">
            <a:avLst/>
          </a:prstGeom>
          <a:noFill/>
        </p:spPr>
        <p:txBody>
          <a:bodyPr wrap="square" rtlCol="0">
            <a:spAutoFit/>
          </a:bodyPr>
          <a:lstStyle/>
          <a:p>
            <a:r>
              <a:rPr lang="en-US" dirty="0">
                <a:solidFill>
                  <a:srgbClr val="FF0000"/>
                </a:solidFill>
              </a:rPr>
              <a:t>3</a:t>
            </a:r>
          </a:p>
        </p:txBody>
      </p:sp>
    </p:spTree>
    <p:extLst>
      <p:ext uri="{BB962C8B-B14F-4D97-AF65-F5344CB8AC3E}">
        <p14:creationId xmlns:p14="http://schemas.microsoft.com/office/powerpoint/2010/main" val="32125687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92943572-40CC-5C79-2A88-4DCCB361FAC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5D7C50B-5C1A-DC0D-B617-DF674C4C9E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677B6126-4F7C-FF6A-9B47-77C0FE5F1A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63D6E04-5C97-AD9C-A0D2-571E7675AF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23396B9-9A7C-28D6-4061-36B906BA4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78606E3-10E8-8C7B-FABC-89C9942613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DBAEA483-9C67-0FB7-1E9A-CCF235A283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CA95468-8AB2-FACE-C21E-3AF3EE100E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839DAE-B6C1-0448-54FE-38F35EEB23E6}"/>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Creating a field parameter</a:t>
            </a:r>
          </a:p>
        </p:txBody>
      </p:sp>
      <p:sp>
        <p:nvSpPr>
          <p:cNvPr id="4" name="TextBox 3">
            <a:extLst>
              <a:ext uri="{FF2B5EF4-FFF2-40B4-BE49-F238E27FC236}">
                <a16:creationId xmlns:a16="http://schemas.microsoft.com/office/drawing/2014/main" id="{083332EF-E513-C9F4-4C1C-2633C3C6A1E6}"/>
              </a:ext>
            </a:extLst>
          </p:cNvPr>
          <p:cNvSpPr txBox="1"/>
          <p:nvPr/>
        </p:nvSpPr>
        <p:spPr>
          <a:xfrm>
            <a:off x="4037826" y="37590"/>
            <a:ext cx="8151126" cy="2585323"/>
          </a:xfrm>
          <a:prstGeom prst="rect">
            <a:avLst/>
          </a:prstGeom>
          <a:noFill/>
        </p:spPr>
        <p:txBody>
          <a:bodyPr wrap="square" rtlCol="0">
            <a:spAutoFit/>
          </a:bodyPr>
          <a:lstStyle/>
          <a:p>
            <a:r>
              <a:rPr lang="en-US" dirty="0"/>
              <a:t>After creating your bookmark:</a:t>
            </a:r>
          </a:p>
          <a:p>
            <a:pPr marL="342900" indent="-342900">
              <a:buFont typeface="+mj-lt"/>
              <a:buAutoNum type="arabicPeriod"/>
            </a:pPr>
            <a:r>
              <a:rPr lang="en-US" dirty="0"/>
              <a:t>Go to the Modelling tab of the Navigation Bar</a:t>
            </a:r>
          </a:p>
          <a:p>
            <a:pPr marL="342900" indent="-342900">
              <a:buFont typeface="+mj-lt"/>
              <a:buAutoNum type="arabicPeriod"/>
            </a:pPr>
            <a:r>
              <a:rPr lang="en-US" dirty="0"/>
              <a:t>Hit New Parameter &gt;&gt; Fields</a:t>
            </a:r>
          </a:p>
          <a:p>
            <a:pPr marL="342900" indent="-342900">
              <a:buFont typeface="+mj-lt"/>
              <a:buAutoNum type="arabicPeriod"/>
            </a:pPr>
            <a:r>
              <a:rPr lang="en-US" dirty="0"/>
              <a:t>Name the parameter and add the appropriate fields to the well</a:t>
            </a:r>
          </a:p>
          <a:p>
            <a:pPr marL="800100" lvl="1" indent="-342900">
              <a:buFont typeface="+mj-lt"/>
              <a:buAutoNum type="arabicPeriod"/>
            </a:pPr>
            <a:r>
              <a:rPr lang="en-US" dirty="0"/>
              <a:t>For parameters to change the axis (dimensional) categories, you must use columns</a:t>
            </a:r>
          </a:p>
          <a:p>
            <a:pPr marL="800100" lvl="1" indent="-342900">
              <a:buFont typeface="+mj-lt"/>
              <a:buAutoNum type="arabicPeriod"/>
            </a:pPr>
            <a:r>
              <a:rPr lang="en-US" dirty="0"/>
              <a:t>For parameters to change the value being measured (</a:t>
            </a:r>
            <a:r>
              <a:rPr lang="en-US" dirty="0" err="1"/>
              <a:t>ie</a:t>
            </a:r>
            <a:r>
              <a:rPr lang="en-US" dirty="0"/>
              <a:t> sum of sales, sum of revenue, </a:t>
            </a:r>
            <a:r>
              <a:rPr lang="en-US" dirty="0" err="1"/>
              <a:t>etc</a:t>
            </a:r>
            <a:r>
              <a:rPr lang="en-US" dirty="0"/>
              <a:t>), you must use measures</a:t>
            </a:r>
          </a:p>
          <a:p>
            <a:pPr marL="342900" indent="-342900">
              <a:buFont typeface="+mj-lt"/>
              <a:buAutoNum type="arabicPeriod"/>
            </a:pPr>
            <a:r>
              <a:rPr lang="en-US" dirty="0"/>
              <a:t>Hit Create</a:t>
            </a:r>
          </a:p>
        </p:txBody>
      </p:sp>
      <p:pic>
        <p:nvPicPr>
          <p:cNvPr id="7" name="Picture 6">
            <a:extLst>
              <a:ext uri="{FF2B5EF4-FFF2-40B4-BE49-F238E27FC236}">
                <a16:creationId xmlns:a16="http://schemas.microsoft.com/office/drawing/2014/main" id="{B299018E-F617-B50C-E923-F02FDB6E5907}"/>
              </a:ext>
            </a:extLst>
          </p:cNvPr>
          <p:cNvPicPr>
            <a:picLocks noChangeAspect="1"/>
          </p:cNvPicPr>
          <p:nvPr/>
        </p:nvPicPr>
        <p:blipFill>
          <a:blip r:embed="rId3"/>
          <a:stretch>
            <a:fillRect/>
          </a:stretch>
        </p:blipFill>
        <p:spPr>
          <a:xfrm>
            <a:off x="4012432" y="2678654"/>
            <a:ext cx="8179567" cy="4179341"/>
          </a:xfrm>
          <a:prstGeom prst="rect">
            <a:avLst/>
          </a:prstGeom>
        </p:spPr>
      </p:pic>
      <p:sp>
        <p:nvSpPr>
          <p:cNvPr id="9" name="TextBox 8">
            <a:extLst>
              <a:ext uri="{FF2B5EF4-FFF2-40B4-BE49-F238E27FC236}">
                <a16:creationId xmlns:a16="http://schemas.microsoft.com/office/drawing/2014/main" id="{86E5AF8E-DE1C-A998-0B4E-8509A9AD643E}"/>
              </a:ext>
            </a:extLst>
          </p:cNvPr>
          <p:cNvSpPr txBox="1"/>
          <p:nvPr/>
        </p:nvSpPr>
        <p:spPr>
          <a:xfrm>
            <a:off x="5398112" y="2618091"/>
            <a:ext cx="290456" cy="369332"/>
          </a:xfrm>
          <a:prstGeom prst="rect">
            <a:avLst/>
          </a:prstGeom>
          <a:noFill/>
        </p:spPr>
        <p:txBody>
          <a:bodyPr wrap="square" rtlCol="0">
            <a:spAutoFit/>
          </a:bodyPr>
          <a:lstStyle/>
          <a:p>
            <a:r>
              <a:rPr lang="en-US" dirty="0">
                <a:solidFill>
                  <a:srgbClr val="FF0000"/>
                </a:solidFill>
              </a:rPr>
              <a:t>1</a:t>
            </a:r>
          </a:p>
        </p:txBody>
      </p:sp>
      <p:sp>
        <p:nvSpPr>
          <p:cNvPr id="6" name="TextBox 5">
            <a:extLst>
              <a:ext uri="{FF2B5EF4-FFF2-40B4-BE49-F238E27FC236}">
                <a16:creationId xmlns:a16="http://schemas.microsoft.com/office/drawing/2014/main" id="{012CFE1C-5BC9-D4D5-B4FC-6A1CC2054452}"/>
              </a:ext>
            </a:extLst>
          </p:cNvPr>
          <p:cNvSpPr txBox="1"/>
          <p:nvPr/>
        </p:nvSpPr>
        <p:spPr>
          <a:xfrm>
            <a:off x="6883371" y="2817721"/>
            <a:ext cx="290456" cy="369332"/>
          </a:xfrm>
          <a:prstGeom prst="rect">
            <a:avLst/>
          </a:prstGeom>
          <a:noFill/>
        </p:spPr>
        <p:txBody>
          <a:bodyPr wrap="square" rtlCol="0">
            <a:spAutoFit/>
          </a:bodyPr>
          <a:lstStyle/>
          <a:p>
            <a:r>
              <a:rPr lang="en-US" dirty="0">
                <a:solidFill>
                  <a:srgbClr val="FF0000"/>
                </a:solidFill>
              </a:rPr>
              <a:t>2</a:t>
            </a:r>
          </a:p>
        </p:txBody>
      </p:sp>
      <p:sp>
        <p:nvSpPr>
          <p:cNvPr id="11" name="TextBox 10">
            <a:extLst>
              <a:ext uri="{FF2B5EF4-FFF2-40B4-BE49-F238E27FC236}">
                <a16:creationId xmlns:a16="http://schemas.microsoft.com/office/drawing/2014/main" id="{BAA35A83-B125-DABF-4A62-E278239360AA}"/>
              </a:ext>
            </a:extLst>
          </p:cNvPr>
          <p:cNvSpPr txBox="1"/>
          <p:nvPr/>
        </p:nvSpPr>
        <p:spPr>
          <a:xfrm>
            <a:off x="10629096" y="6331873"/>
            <a:ext cx="290456" cy="369332"/>
          </a:xfrm>
          <a:prstGeom prst="rect">
            <a:avLst/>
          </a:prstGeom>
          <a:noFill/>
        </p:spPr>
        <p:txBody>
          <a:bodyPr wrap="square" rtlCol="0">
            <a:spAutoFit/>
          </a:bodyPr>
          <a:lstStyle/>
          <a:p>
            <a:r>
              <a:rPr lang="en-US" dirty="0">
                <a:solidFill>
                  <a:srgbClr val="FF0000"/>
                </a:solidFill>
              </a:rPr>
              <a:t>4</a:t>
            </a:r>
          </a:p>
        </p:txBody>
      </p:sp>
      <p:sp>
        <p:nvSpPr>
          <p:cNvPr id="13" name="TextBox 12">
            <a:extLst>
              <a:ext uri="{FF2B5EF4-FFF2-40B4-BE49-F238E27FC236}">
                <a16:creationId xmlns:a16="http://schemas.microsoft.com/office/drawing/2014/main" id="{7FB36BAF-35DA-5529-6FFB-D9F054D88B8F}"/>
              </a:ext>
            </a:extLst>
          </p:cNvPr>
          <p:cNvSpPr txBox="1"/>
          <p:nvPr/>
        </p:nvSpPr>
        <p:spPr>
          <a:xfrm>
            <a:off x="10919552" y="5259163"/>
            <a:ext cx="290456" cy="369332"/>
          </a:xfrm>
          <a:prstGeom prst="rect">
            <a:avLst/>
          </a:prstGeom>
          <a:noFill/>
        </p:spPr>
        <p:txBody>
          <a:bodyPr wrap="square" rtlCol="0">
            <a:spAutoFit/>
          </a:bodyPr>
          <a:lstStyle/>
          <a:p>
            <a:r>
              <a:rPr lang="en-US" dirty="0">
                <a:solidFill>
                  <a:srgbClr val="FF0000"/>
                </a:solidFill>
              </a:rPr>
              <a:t>3</a:t>
            </a:r>
          </a:p>
        </p:txBody>
      </p:sp>
    </p:spTree>
    <p:extLst>
      <p:ext uri="{BB962C8B-B14F-4D97-AF65-F5344CB8AC3E}">
        <p14:creationId xmlns:p14="http://schemas.microsoft.com/office/powerpoint/2010/main" val="25494997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3BCFE945-9D7D-1CC9-28F3-CCD82A6E002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5759F0F-55D2-F852-199C-22BA810346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098F1BF-ED30-3ADA-46C8-8CCA589FEB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165C7AF-85B1-1CE5-3898-08CF9A3C57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DF255A6-D21F-72BF-E5A5-CDA551431A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A6E6C6-3B31-890A-4A47-0E82961299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E53D13EB-E5D4-72F5-A1A4-10E961B277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0791D3D3-93B5-AECA-51B4-69478F4425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D15E5A-F825-30CF-CCF1-DE663FAAF421}"/>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Modifying an existing parameter</a:t>
            </a:r>
          </a:p>
        </p:txBody>
      </p:sp>
      <p:sp>
        <p:nvSpPr>
          <p:cNvPr id="4" name="TextBox 3">
            <a:extLst>
              <a:ext uri="{FF2B5EF4-FFF2-40B4-BE49-F238E27FC236}">
                <a16:creationId xmlns:a16="http://schemas.microsoft.com/office/drawing/2014/main" id="{06F4247F-B019-424D-22E5-C14E0E535C2D}"/>
              </a:ext>
            </a:extLst>
          </p:cNvPr>
          <p:cNvSpPr txBox="1"/>
          <p:nvPr/>
        </p:nvSpPr>
        <p:spPr>
          <a:xfrm>
            <a:off x="4037826" y="37590"/>
            <a:ext cx="8151126" cy="2862322"/>
          </a:xfrm>
          <a:prstGeom prst="rect">
            <a:avLst/>
          </a:prstGeom>
          <a:noFill/>
        </p:spPr>
        <p:txBody>
          <a:bodyPr wrap="square" rtlCol="0">
            <a:spAutoFit/>
          </a:bodyPr>
          <a:lstStyle/>
          <a:p>
            <a:r>
              <a:rPr lang="en-US" dirty="0"/>
              <a:t>After creating your bookmark:</a:t>
            </a:r>
          </a:p>
          <a:p>
            <a:pPr marL="342900" indent="-342900">
              <a:buFont typeface="+mj-lt"/>
              <a:buAutoNum type="arabicPeriod"/>
            </a:pPr>
            <a:r>
              <a:rPr lang="en-US" dirty="0"/>
              <a:t>Click on your parameter in the Data pane; its formula will appear in the formula bar</a:t>
            </a:r>
          </a:p>
          <a:p>
            <a:pPr marL="342900" indent="-342900">
              <a:buFont typeface="+mj-lt"/>
              <a:buAutoNum type="arabicPeriod"/>
            </a:pPr>
            <a:r>
              <a:rPr lang="en-US" dirty="0"/>
              <a:t>To change a parameter’s:</a:t>
            </a:r>
          </a:p>
          <a:p>
            <a:pPr marL="800100" lvl="1" indent="-342900">
              <a:buFont typeface="+mj-lt"/>
              <a:buAutoNum type="arabicPeriod"/>
            </a:pPr>
            <a:r>
              <a:rPr lang="en-US" dirty="0"/>
              <a:t>Display name: Change its name in the red quoted text on its line item</a:t>
            </a:r>
          </a:p>
          <a:p>
            <a:pPr marL="800100" lvl="1" indent="-342900">
              <a:buFont typeface="+mj-lt"/>
              <a:buAutoNum type="arabicPeriod"/>
            </a:pPr>
            <a:r>
              <a:rPr lang="en-US" dirty="0"/>
              <a:t>Dimension/measure: change the field, within the NAMEOF </a:t>
            </a:r>
            <a:r>
              <a:rPr lang="en-US" dirty="0" err="1"/>
              <a:t>parens</a:t>
            </a:r>
            <a:endParaRPr lang="en-US" dirty="0"/>
          </a:p>
          <a:p>
            <a:pPr marL="800100" lvl="1" indent="-342900">
              <a:buFont typeface="+mj-lt"/>
              <a:buAutoNum type="arabicPeriod"/>
            </a:pPr>
            <a:r>
              <a:rPr lang="en-US" dirty="0"/>
              <a:t>Display order: change the numerical value at the end of the line</a:t>
            </a:r>
          </a:p>
          <a:p>
            <a:pPr marL="342900" indent="-342900">
              <a:buFont typeface="+mj-lt"/>
              <a:buAutoNum type="arabicPeriod"/>
            </a:pPr>
            <a:r>
              <a:rPr lang="en-US" dirty="0"/>
              <a:t>To add a new item, add a comma to the last field line item, copy/paste the prior item, and re-name/order the new item accordingly</a:t>
            </a:r>
          </a:p>
          <a:p>
            <a:endParaRPr lang="en-US" dirty="0"/>
          </a:p>
        </p:txBody>
      </p:sp>
      <p:pic>
        <p:nvPicPr>
          <p:cNvPr id="5" name="Picture 4">
            <a:extLst>
              <a:ext uri="{FF2B5EF4-FFF2-40B4-BE49-F238E27FC236}">
                <a16:creationId xmlns:a16="http://schemas.microsoft.com/office/drawing/2014/main" id="{F7C988AE-42DB-A15E-ACB7-0409BA9CDF7F}"/>
              </a:ext>
            </a:extLst>
          </p:cNvPr>
          <p:cNvPicPr>
            <a:picLocks noChangeAspect="1"/>
          </p:cNvPicPr>
          <p:nvPr/>
        </p:nvPicPr>
        <p:blipFill>
          <a:blip r:embed="rId3"/>
          <a:stretch>
            <a:fillRect/>
          </a:stretch>
        </p:blipFill>
        <p:spPr>
          <a:xfrm>
            <a:off x="4037826" y="3260468"/>
            <a:ext cx="8154174" cy="3584348"/>
          </a:xfrm>
          <a:prstGeom prst="rect">
            <a:avLst/>
          </a:prstGeom>
        </p:spPr>
      </p:pic>
      <p:sp>
        <p:nvSpPr>
          <p:cNvPr id="9" name="TextBox 8">
            <a:extLst>
              <a:ext uri="{FF2B5EF4-FFF2-40B4-BE49-F238E27FC236}">
                <a16:creationId xmlns:a16="http://schemas.microsoft.com/office/drawing/2014/main" id="{AE45DE88-6656-8623-6F30-A4C7EAE3E061}"/>
              </a:ext>
            </a:extLst>
          </p:cNvPr>
          <p:cNvSpPr txBox="1"/>
          <p:nvPr/>
        </p:nvSpPr>
        <p:spPr>
          <a:xfrm>
            <a:off x="11679488" y="4171350"/>
            <a:ext cx="290456" cy="369332"/>
          </a:xfrm>
          <a:prstGeom prst="rect">
            <a:avLst/>
          </a:prstGeom>
          <a:noFill/>
        </p:spPr>
        <p:txBody>
          <a:bodyPr wrap="square" rtlCol="0">
            <a:spAutoFit/>
          </a:bodyPr>
          <a:lstStyle/>
          <a:p>
            <a:r>
              <a:rPr lang="en-US" dirty="0">
                <a:solidFill>
                  <a:srgbClr val="FF0000"/>
                </a:solidFill>
              </a:rPr>
              <a:t>1</a:t>
            </a:r>
          </a:p>
        </p:txBody>
      </p:sp>
      <p:sp>
        <p:nvSpPr>
          <p:cNvPr id="6" name="TextBox 5">
            <a:extLst>
              <a:ext uri="{FF2B5EF4-FFF2-40B4-BE49-F238E27FC236}">
                <a16:creationId xmlns:a16="http://schemas.microsoft.com/office/drawing/2014/main" id="{BB5BEC80-94B5-60D9-1D0F-1D213CA92B81}"/>
              </a:ext>
            </a:extLst>
          </p:cNvPr>
          <p:cNvSpPr txBox="1"/>
          <p:nvPr/>
        </p:nvSpPr>
        <p:spPr>
          <a:xfrm>
            <a:off x="6592914" y="3439138"/>
            <a:ext cx="797590" cy="369332"/>
          </a:xfrm>
          <a:prstGeom prst="rect">
            <a:avLst/>
          </a:prstGeom>
          <a:noFill/>
        </p:spPr>
        <p:txBody>
          <a:bodyPr wrap="square" rtlCol="0">
            <a:spAutoFit/>
          </a:bodyPr>
          <a:lstStyle/>
          <a:p>
            <a:r>
              <a:rPr lang="en-US" dirty="0">
                <a:solidFill>
                  <a:srgbClr val="FF0000"/>
                </a:solidFill>
              </a:rPr>
              <a:t>2 &amp; 3</a:t>
            </a:r>
          </a:p>
        </p:txBody>
      </p:sp>
    </p:spTree>
    <p:extLst>
      <p:ext uri="{BB962C8B-B14F-4D97-AF65-F5344CB8AC3E}">
        <p14:creationId xmlns:p14="http://schemas.microsoft.com/office/powerpoint/2010/main" val="3144096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76E89281-0084-7DA1-6BA4-8D3364916A3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16EF15F-60C7-0C61-C8FD-64106C1BB7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D7B2AD2E-F381-D3EE-BAEC-6E0B64541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E8512AC-541F-3F7C-5123-BE7E94564A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AB8CBCA-8DA9-2903-1D21-B698645724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081B554-7A0C-8CAD-F0CE-6ACDDA4AE9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C74E9156-936D-E0B5-0F1F-288E29151B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A7C7E280-486D-31BE-AEBB-7B20A9E444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9BED18-A7F6-3271-063E-8904071636F7}"/>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Grouping field parameter values Pt 1</a:t>
            </a:r>
          </a:p>
        </p:txBody>
      </p:sp>
      <p:sp>
        <p:nvSpPr>
          <p:cNvPr id="4" name="TextBox 3">
            <a:extLst>
              <a:ext uri="{FF2B5EF4-FFF2-40B4-BE49-F238E27FC236}">
                <a16:creationId xmlns:a16="http://schemas.microsoft.com/office/drawing/2014/main" id="{4DE4A96D-F019-9D0C-3B1D-6AE78B843FB7}"/>
              </a:ext>
            </a:extLst>
          </p:cNvPr>
          <p:cNvSpPr txBox="1"/>
          <p:nvPr/>
        </p:nvSpPr>
        <p:spPr>
          <a:xfrm>
            <a:off x="4037826" y="37590"/>
            <a:ext cx="8151126" cy="4801314"/>
          </a:xfrm>
          <a:prstGeom prst="rect">
            <a:avLst/>
          </a:prstGeom>
          <a:noFill/>
        </p:spPr>
        <p:txBody>
          <a:bodyPr wrap="square" rtlCol="0">
            <a:spAutoFit/>
          </a:bodyPr>
          <a:lstStyle/>
          <a:p>
            <a:r>
              <a:rPr lang="en-US" dirty="0"/>
              <a:t>Grouping field parameter values can allow multiple measures to be displayed on a chart. This is especially helpful for tables/matrices where you may want to flip between analyses easily – </a:t>
            </a:r>
            <a:r>
              <a:rPr lang="en-US" dirty="0" err="1"/>
              <a:t>eg</a:t>
            </a:r>
            <a:r>
              <a:rPr lang="en-US" dirty="0"/>
              <a:t>  groups of related MoM, YoY, customer, </a:t>
            </a:r>
            <a:r>
              <a:rPr lang="en-US" dirty="0" err="1"/>
              <a:t>etc</a:t>
            </a:r>
            <a:r>
              <a:rPr lang="en-US" dirty="0"/>
              <a:t>:</a:t>
            </a:r>
          </a:p>
          <a:p>
            <a:pPr marL="342900" indent="-342900">
              <a:buFont typeface="+mj-lt"/>
              <a:buAutoNum type="arabicPeriod"/>
            </a:pPr>
            <a:r>
              <a:rPr lang="en-US" dirty="0"/>
              <a:t>Create a secondary table with your desired groupings</a:t>
            </a:r>
          </a:p>
          <a:p>
            <a:pPr marL="800100" lvl="1" indent="-342900">
              <a:buFont typeface="+mj-lt"/>
              <a:buAutoNum type="arabicPeriod"/>
            </a:pPr>
            <a:r>
              <a:rPr lang="en-US" dirty="0"/>
              <a:t>Either import your data, or go to the Tabular view, hit enter data, and create your Categories/Indices for your desired groups</a:t>
            </a:r>
          </a:p>
          <a:p>
            <a:pPr marL="342900" indent="-342900">
              <a:buFont typeface="+mj-lt"/>
              <a:buAutoNum type="arabicPeriod"/>
            </a:pPr>
            <a:r>
              <a:rPr lang="en-US" dirty="0"/>
              <a:t>In your field parameter, after the numeric value add a comma and the group name in quotation marks</a:t>
            </a:r>
          </a:p>
          <a:p>
            <a:pPr marL="342900" indent="-342900">
              <a:buFont typeface="+mj-lt"/>
              <a:buAutoNum type="arabicPeriod"/>
            </a:pPr>
            <a:r>
              <a:rPr lang="en-US" dirty="0"/>
              <a:t>Connect the new secondary table to the field parameter via the group name columns</a:t>
            </a:r>
          </a:p>
          <a:p>
            <a:pPr marL="342900" indent="-342900">
              <a:buFont typeface="+mj-lt"/>
              <a:buAutoNum type="arabicPeriod"/>
            </a:pPr>
            <a:r>
              <a:rPr lang="en-US" dirty="0"/>
              <a:t>Use the field parameter in your chart, and add the secondary table as a slicer to your page</a:t>
            </a:r>
          </a:p>
          <a:p>
            <a:endParaRPr lang="en-US" dirty="0"/>
          </a:p>
          <a:p>
            <a:r>
              <a:rPr lang="en-US" dirty="0"/>
              <a:t>Note: you can re-</a:t>
            </a:r>
            <a:r>
              <a:rPr lang="en-US" dirty="0" err="1"/>
              <a:t>useitems</a:t>
            </a:r>
            <a:r>
              <a:rPr lang="en-US" dirty="0"/>
              <a:t> in your parameter in multiple groups. Simply copy/paste the desired line items and then list the appropriate group name and numeric value to display</a:t>
            </a:r>
          </a:p>
          <a:p>
            <a:endParaRPr lang="en-US" dirty="0"/>
          </a:p>
        </p:txBody>
      </p:sp>
      <p:pic>
        <p:nvPicPr>
          <p:cNvPr id="7" name="Picture 6">
            <a:extLst>
              <a:ext uri="{FF2B5EF4-FFF2-40B4-BE49-F238E27FC236}">
                <a16:creationId xmlns:a16="http://schemas.microsoft.com/office/drawing/2014/main" id="{A22D81F2-BCE5-13B5-4AB3-96084CB41AE3}"/>
              </a:ext>
            </a:extLst>
          </p:cNvPr>
          <p:cNvPicPr>
            <a:picLocks noChangeAspect="1"/>
          </p:cNvPicPr>
          <p:nvPr/>
        </p:nvPicPr>
        <p:blipFill>
          <a:blip r:embed="rId3"/>
          <a:stretch>
            <a:fillRect/>
          </a:stretch>
        </p:blipFill>
        <p:spPr>
          <a:xfrm>
            <a:off x="4062921" y="4442907"/>
            <a:ext cx="8129079" cy="2399671"/>
          </a:xfrm>
          <a:prstGeom prst="rect">
            <a:avLst/>
          </a:prstGeom>
        </p:spPr>
      </p:pic>
      <p:sp>
        <p:nvSpPr>
          <p:cNvPr id="9" name="TextBox 8">
            <a:extLst>
              <a:ext uri="{FF2B5EF4-FFF2-40B4-BE49-F238E27FC236}">
                <a16:creationId xmlns:a16="http://schemas.microsoft.com/office/drawing/2014/main" id="{C4438C33-4FFC-479B-7A8A-EB4677B9E255}"/>
              </a:ext>
            </a:extLst>
          </p:cNvPr>
          <p:cNvSpPr txBox="1"/>
          <p:nvPr/>
        </p:nvSpPr>
        <p:spPr>
          <a:xfrm>
            <a:off x="4157831" y="5642742"/>
            <a:ext cx="290456" cy="369332"/>
          </a:xfrm>
          <a:prstGeom prst="rect">
            <a:avLst/>
          </a:prstGeom>
          <a:noFill/>
        </p:spPr>
        <p:txBody>
          <a:bodyPr wrap="square" rtlCol="0">
            <a:spAutoFit/>
          </a:bodyPr>
          <a:lstStyle/>
          <a:p>
            <a:r>
              <a:rPr lang="en-US" dirty="0">
                <a:solidFill>
                  <a:srgbClr val="FF0000"/>
                </a:solidFill>
              </a:rPr>
              <a:t>1</a:t>
            </a:r>
          </a:p>
        </p:txBody>
      </p:sp>
      <p:sp>
        <p:nvSpPr>
          <p:cNvPr id="6" name="TextBox 5">
            <a:extLst>
              <a:ext uri="{FF2B5EF4-FFF2-40B4-BE49-F238E27FC236}">
                <a16:creationId xmlns:a16="http://schemas.microsoft.com/office/drawing/2014/main" id="{AC5AE0A0-5DB6-22C9-5EA3-5243E7E05C11}"/>
              </a:ext>
            </a:extLst>
          </p:cNvPr>
          <p:cNvSpPr txBox="1"/>
          <p:nvPr/>
        </p:nvSpPr>
        <p:spPr>
          <a:xfrm>
            <a:off x="6625187" y="5730517"/>
            <a:ext cx="797590" cy="369332"/>
          </a:xfrm>
          <a:prstGeom prst="rect">
            <a:avLst/>
          </a:prstGeom>
          <a:noFill/>
        </p:spPr>
        <p:txBody>
          <a:bodyPr wrap="square" rtlCol="0">
            <a:spAutoFit/>
          </a:bodyPr>
          <a:lstStyle/>
          <a:p>
            <a:r>
              <a:rPr lang="en-US" dirty="0">
                <a:solidFill>
                  <a:srgbClr val="FF0000"/>
                </a:solidFill>
              </a:rPr>
              <a:t>2 &amp; 3</a:t>
            </a:r>
          </a:p>
        </p:txBody>
      </p:sp>
    </p:spTree>
    <p:extLst>
      <p:ext uri="{BB962C8B-B14F-4D97-AF65-F5344CB8AC3E}">
        <p14:creationId xmlns:p14="http://schemas.microsoft.com/office/powerpoint/2010/main" val="31095639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44725A41-66AB-511E-0D8A-8DA4F069D73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F24D04A-0B1D-F7B4-DE76-DAE2F15DEF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D891E2A4-9026-1FB6-2015-349099E2AE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15D6A02-CD43-2FE7-9717-B0790F648B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6F609A0-B41F-DA79-93A2-8DA4A7EE1C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518CCDC-8AFB-067B-3245-8422F8346F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EDB51A88-F746-AED5-2EAB-10926DF170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E826DDFF-BA9A-F3AE-68ED-7DEC3F41D8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2725D2-4900-A9A0-B406-B39C7880A2E4}"/>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Grouping field parameter values Pt 2</a:t>
            </a:r>
          </a:p>
        </p:txBody>
      </p:sp>
      <p:sp>
        <p:nvSpPr>
          <p:cNvPr id="4" name="TextBox 3">
            <a:extLst>
              <a:ext uri="{FF2B5EF4-FFF2-40B4-BE49-F238E27FC236}">
                <a16:creationId xmlns:a16="http://schemas.microsoft.com/office/drawing/2014/main" id="{ECDC635B-1479-2E32-46BE-069CD07B9774}"/>
              </a:ext>
            </a:extLst>
          </p:cNvPr>
          <p:cNvSpPr txBox="1"/>
          <p:nvPr/>
        </p:nvSpPr>
        <p:spPr>
          <a:xfrm>
            <a:off x="4037826" y="37590"/>
            <a:ext cx="8151126" cy="3139321"/>
          </a:xfrm>
          <a:prstGeom prst="rect">
            <a:avLst/>
          </a:prstGeom>
          <a:noFill/>
        </p:spPr>
        <p:txBody>
          <a:bodyPr wrap="square" rtlCol="0">
            <a:spAutoFit/>
          </a:bodyPr>
          <a:lstStyle/>
          <a:p>
            <a:pPr marL="342900" indent="-342900">
              <a:buFont typeface="+mj-lt"/>
              <a:buAutoNum type="arabicPeriod"/>
            </a:pPr>
            <a:r>
              <a:rPr lang="en-US" dirty="0"/>
              <a:t>In your field parameter, after the numeric value add a comma and the group name in quotation marks</a:t>
            </a:r>
          </a:p>
          <a:p>
            <a:pPr marL="342900" indent="-342900">
              <a:buFont typeface="+mj-lt"/>
              <a:buAutoNum type="arabicPeriod"/>
            </a:pPr>
            <a:r>
              <a:rPr lang="en-US" dirty="0"/>
              <a:t>Connect the new secondary table to the field parameter via the group name columns</a:t>
            </a:r>
          </a:p>
          <a:p>
            <a:pPr marL="342900" indent="-342900">
              <a:buFont typeface="+mj-lt"/>
              <a:buAutoNum type="arabicPeriod"/>
            </a:pPr>
            <a:r>
              <a:rPr lang="en-US" dirty="0"/>
              <a:t>Use the field parameter in your chart, and add the secondary table as a slicer to your page</a:t>
            </a:r>
          </a:p>
          <a:p>
            <a:endParaRPr lang="en-US" dirty="0"/>
          </a:p>
          <a:p>
            <a:r>
              <a:rPr lang="en-US" dirty="0"/>
              <a:t>Note: you can re-</a:t>
            </a:r>
            <a:r>
              <a:rPr lang="en-US" dirty="0" err="1"/>
              <a:t>useitems</a:t>
            </a:r>
            <a:r>
              <a:rPr lang="en-US" dirty="0"/>
              <a:t> in your parameter in multiple groups. Simply copy/paste the desired line items and then list the appropriate group name and numeric value to display</a:t>
            </a:r>
          </a:p>
          <a:p>
            <a:endParaRPr lang="en-US" dirty="0"/>
          </a:p>
        </p:txBody>
      </p:sp>
      <p:pic>
        <p:nvPicPr>
          <p:cNvPr id="5" name="Picture 4">
            <a:extLst>
              <a:ext uri="{FF2B5EF4-FFF2-40B4-BE49-F238E27FC236}">
                <a16:creationId xmlns:a16="http://schemas.microsoft.com/office/drawing/2014/main" id="{1953B620-B0BB-523D-8DB4-A67FD3480477}"/>
              </a:ext>
            </a:extLst>
          </p:cNvPr>
          <p:cNvPicPr>
            <a:picLocks noChangeAspect="1"/>
          </p:cNvPicPr>
          <p:nvPr/>
        </p:nvPicPr>
        <p:blipFill>
          <a:blip r:embed="rId3"/>
          <a:stretch>
            <a:fillRect/>
          </a:stretch>
        </p:blipFill>
        <p:spPr>
          <a:xfrm>
            <a:off x="4098312" y="4356017"/>
            <a:ext cx="8090639" cy="2491846"/>
          </a:xfrm>
          <a:prstGeom prst="rect">
            <a:avLst/>
          </a:prstGeom>
        </p:spPr>
      </p:pic>
      <p:sp>
        <p:nvSpPr>
          <p:cNvPr id="9" name="TextBox 8">
            <a:extLst>
              <a:ext uri="{FF2B5EF4-FFF2-40B4-BE49-F238E27FC236}">
                <a16:creationId xmlns:a16="http://schemas.microsoft.com/office/drawing/2014/main" id="{B1674DCF-06C2-4172-F20D-3566C12911C1}"/>
              </a:ext>
            </a:extLst>
          </p:cNvPr>
          <p:cNvSpPr txBox="1"/>
          <p:nvPr/>
        </p:nvSpPr>
        <p:spPr>
          <a:xfrm>
            <a:off x="8417859" y="5915183"/>
            <a:ext cx="290456" cy="369332"/>
          </a:xfrm>
          <a:prstGeom prst="rect">
            <a:avLst/>
          </a:prstGeom>
          <a:noFill/>
        </p:spPr>
        <p:txBody>
          <a:bodyPr wrap="square" rtlCol="0">
            <a:spAutoFit/>
          </a:bodyPr>
          <a:lstStyle/>
          <a:p>
            <a:r>
              <a:rPr lang="en-US" dirty="0">
                <a:solidFill>
                  <a:srgbClr val="FF0000"/>
                </a:solidFill>
              </a:rPr>
              <a:t>1</a:t>
            </a:r>
          </a:p>
        </p:txBody>
      </p:sp>
    </p:spTree>
    <p:extLst>
      <p:ext uri="{BB962C8B-B14F-4D97-AF65-F5344CB8AC3E}">
        <p14:creationId xmlns:p14="http://schemas.microsoft.com/office/powerpoint/2010/main" val="26753352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FC5C6383-E63B-D4F1-D673-925A3B11C8A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E9DBB1D-60A2-CD78-07DC-857B2D8D8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AA177E09-3C68-678D-C8BC-66B33B056A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1077F5C-A5F5-894F-3508-64219AD84C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90ACDF8-B289-464B-34A9-539F2601A2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AA856DF-D105-36FD-B1C5-E04161BC5E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a:extLst>
              <a:ext uri="{FF2B5EF4-FFF2-40B4-BE49-F238E27FC236}">
                <a16:creationId xmlns:a16="http://schemas.microsoft.com/office/drawing/2014/main" id="{2014DA39-AF12-79F3-FEAC-E388248C9285}"/>
              </a:ext>
            </a:extLst>
          </p:cNvPr>
          <p:cNvPicPr>
            <a:picLocks noChangeAspect="1"/>
          </p:cNvPicPr>
          <p:nvPr/>
        </p:nvPicPr>
        <p:blipFill>
          <a:blip r:embed="rId3"/>
          <a:stretch>
            <a:fillRect/>
          </a:stretch>
        </p:blipFill>
        <p:spPr>
          <a:xfrm>
            <a:off x="4034778" y="3076671"/>
            <a:ext cx="8154174" cy="3771191"/>
          </a:xfrm>
          <a:prstGeom prst="rect">
            <a:avLst/>
          </a:prstGeom>
        </p:spPr>
      </p:pic>
      <p:sp>
        <p:nvSpPr>
          <p:cNvPr id="18" name="Freeform: Shape 17">
            <a:extLst>
              <a:ext uri="{FF2B5EF4-FFF2-40B4-BE49-F238E27FC236}">
                <a16:creationId xmlns:a16="http://schemas.microsoft.com/office/drawing/2014/main" id="{11FE044A-5E1C-2EF4-D9D2-94ECDE5A41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4B3A2F9F-6673-FC6A-D532-B4CF528A01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EEF15B-D82A-0486-DE2F-1E6A8ABEC41A}"/>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Grouping field parameter values Pt 3</a:t>
            </a:r>
          </a:p>
        </p:txBody>
      </p:sp>
      <p:sp>
        <p:nvSpPr>
          <p:cNvPr id="4" name="TextBox 3">
            <a:extLst>
              <a:ext uri="{FF2B5EF4-FFF2-40B4-BE49-F238E27FC236}">
                <a16:creationId xmlns:a16="http://schemas.microsoft.com/office/drawing/2014/main" id="{26DE1912-48B4-337B-82EF-7870A5D33E62}"/>
              </a:ext>
            </a:extLst>
          </p:cNvPr>
          <p:cNvSpPr txBox="1"/>
          <p:nvPr/>
        </p:nvSpPr>
        <p:spPr>
          <a:xfrm>
            <a:off x="4037826" y="37590"/>
            <a:ext cx="8151126" cy="2862322"/>
          </a:xfrm>
          <a:prstGeom prst="rect">
            <a:avLst/>
          </a:prstGeom>
          <a:noFill/>
        </p:spPr>
        <p:txBody>
          <a:bodyPr wrap="square" rtlCol="0">
            <a:spAutoFit/>
          </a:bodyPr>
          <a:lstStyle/>
          <a:p>
            <a:pPr marL="342900" indent="-342900">
              <a:buFont typeface="+mj-lt"/>
              <a:buAutoNum type="arabicPeriod"/>
            </a:pPr>
            <a:r>
              <a:rPr lang="en-US" dirty="0"/>
              <a:t>Go to the model view</a:t>
            </a:r>
          </a:p>
          <a:p>
            <a:pPr marL="342900" indent="-342900">
              <a:buFont typeface="+mj-lt"/>
              <a:buAutoNum type="arabicPeriod"/>
            </a:pPr>
            <a:r>
              <a:rPr lang="en-US" dirty="0"/>
              <a:t>Connect the new secondary table to the field parameter via the group name columns</a:t>
            </a:r>
          </a:p>
          <a:p>
            <a:pPr marL="342900" indent="-342900">
              <a:buFont typeface="+mj-lt"/>
              <a:buAutoNum type="arabicPeriod"/>
            </a:pPr>
            <a:r>
              <a:rPr lang="en-US" dirty="0"/>
              <a:t>Use the field parameter in your chart, and add the secondary table as a slicer to your page</a:t>
            </a:r>
          </a:p>
          <a:p>
            <a:endParaRPr lang="en-US" dirty="0"/>
          </a:p>
          <a:p>
            <a:r>
              <a:rPr lang="en-US" dirty="0"/>
              <a:t>Note: you can re-use items in your parameter in multiple groups. Simply copy/paste the desired line items and then list the appropriate group name and numeric value to display</a:t>
            </a:r>
          </a:p>
          <a:p>
            <a:endParaRPr lang="en-US" dirty="0"/>
          </a:p>
        </p:txBody>
      </p:sp>
      <p:sp>
        <p:nvSpPr>
          <p:cNvPr id="9" name="TextBox 8">
            <a:extLst>
              <a:ext uri="{FF2B5EF4-FFF2-40B4-BE49-F238E27FC236}">
                <a16:creationId xmlns:a16="http://schemas.microsoft.com/office/drawing/2014/main" id="{C27F656C-2BE1-6957-2890-94768A40330E}"/>
              </a:ext>
            </a:extLst>
          </p:cNvPr>
          <p:cNvSpPr txBox="1"/>
          <p:nvPr/>
        </p:nvSpPr>
        <p:spPr>
          <a:xfrm>
            <a:off x="8152559" y="4777600"/>
            <a:ext cx="290456" cy="369332"/>
          </a:xfrm>
          <a:prstGeom prst="rect">
            <a:avLst/>
          </a:prstGeom>
          <a:noFill/>
        </p:spPr>
        <p:txBody>
          <a:bodyPr wrap="square" rtlCol="0">
            <a:spAutoFit/>
          </a:bodyPr>
          <a:lstStyle/>
          <a:p>
            <a:r>
              <a:rPr lang="en-US" dirty="0">
                <a:solidFill>
                  <a:srgbClr val="FF0000"/>
                </a:solidFill>
              </a:rPr>
              <a:t>2</a:t>
            </a:r>
          </a:p>
        </p:txBody>
      </p:sp>
      <p:sp>
        <p:nvSpPr>
          <p:cNvPr id="7" name="TextBox 6">
            <a:extLst>
              <a:ext uri="{FF2B5EF4-FFF2-40B4-BE49-F238E27FC236}">
                <a16:creationId xmlns:a16="http://schemas.microsoft.com/office/drawing/2014/main" id="{336040C6-19DB-2EA3-BB91-B504B68B0569}"/>
              </a:ext>
            </a:extLst>
          </p:cNvPr>
          <p:cNvSpPr txBox="1"/>
          <p:nvPr/>
        </p:nvSpPr>
        <p:spPr>
          <a:xfrm>
            <a:off x="4324031" y="4421663"/>
            <a:ext cx="290456" cy="369332"/>
          </a:xfrm>
          <a:prstGeom prst="rect">
            <a:avLst/>
          </a:prstGeom>
          <a:noFill/>
        </p:spPr>
        <p:txBody>
          <a:bodyPr wrap="square" rtlCol="0">
            <a:spAutoFit/>
          </a:bodyPr>
          <a:lstStyle/>
          <a:p>
            <a:r>
              <a:rPr lang="en-US" dirty="0">
                <a:solidFill>
                  <a:srgbClr val="FF0000"/>
                </a:solidFill>
              </a:rPr>
              <a:t>1</a:t>
            </a:r>
          </a:p>
        </p:txBody>
      </p:sp>
    </p:spTree>
    <p:extLst>
      <p:ext uri="{BB962C8B-B14F-4D97-AF65-F5344CB8AC3E}">
        <p14:creationId xmlns:p14="http://schemas.microsoft.com/office/powerpoint/2010/main" val="11589913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037B3F81-8BAF-A77D-26D7-7B950F58413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80412FD-CCFD-7FE2-9DD4-3D3C5C88F3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9F9AF50C-AFDB-DA55-A939-1055206D11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4C1B839-D69E-FC14-4736-4DC2043536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F39EC08-8914-7AE7-FFA6-5935B3C743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61F56DD8-ADC4-D73E-A48D-39B249A293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DC0243CA-CA3A-6F33-F6A2-AAF6AD7CEA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1686797F-7FAE-855D-846E-9EB3C52A0E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E64DB0C-FBA8-4334-FF94-085DC4E0B8BA}"/>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Grouping field parameter values Pt 4</a:t>
            </a:r>
          </a:p>
        </p:txBody>
      </p:sp>
      <p:sp>
        <p:nvSpPr>
          <p:cNvPr id="4" name="TextBox 3">
            <a:extLst>
              <a:ext uri="{FF2B5EF4-FFF2-40B4-BE49-F238E27FC236}">
                <a16:creationId xmlns:a16="http://schemas.microsoft.com/office/drawing/2014/main" id="{6C44F903-3A6B-3D5E-161E-9E93D76EE9B1}"/>
              </a:ext>
            </a:extLst>
          </p:cNvPr>
          <p:cNvSpPr txBox="1"/>
          <p:nvPr/>
        </p:nvSpPr>
        <p:spPr>
          <a:xfrm>
            <a:off x="4037826" y="37590"/>
            <a:ext cx="8151126" cy="3139321"/>
          </a:xfrm>
          <a:prstGeom prst="rect">
            <a:avLst/>
          </a:prstGeom>
          <a:noFill/>
        </p:spPr>
        <p:txBody>
          <a:bodyPr wrap="square" rtlCol="0">
            <a:spAutoFit/>
          </a:bodyPr>
          <a:lstStyle/>
          <a:p>
            <a:pPr marL="342900" indent="-342900">
              <a:buFont typeface="+mj-lt"/>
              <a:buAutoNum type="arabicPeriod"/>
            </a:pPr>
            <a:r>
              <a:rPr lang="en-US" dirty="0"/>
              <a:t>Use the field parameter in your chart</a:t>
            </a:r>
          </a:p>
          <a:p>
            <a:pPr marL="342900" indent="-342900">
              <a:buFont typeface="+mj-lt"/>
              <a:buAutoNum type="arabicPeriod"/>
            </a:pPr>
            <a:r>
              <a:rPr lang="en-US" dirty="0"/>
              <a:t>Add the secondary table as a slicer to your page</a:t>
            </a:r>
          </a:p>
          <a:p>
            <a:pPr marL="342900" indent="-342900">
              <a:buFont typeface="+mj-lt"/>
              <a:buAutoNum type="arabicPeriod"/>
            </a:pPr>
            <a:endParaRPr lang="en-US" dirty="0"/>
          </a:p>
          <a:p>
            <a:r>
              <a:rPr lang="en-US" dirty="0"/>
              <a:t>Now as seen in the below &amp; provided BI file, users can select either All measures, Customer measures, or Financial measures to view easily via the slicer + parameter table combination.</a:t>
            </a:r>
          </a:p>
          <a:p>
            <a:endParaRPr lang="en-US" dirty="0"/>
          </a:p>
          <a:p>
            <a:r>
              <a:rPr lang="en-US" dirty="0"/>
              <a:t>Note: you can re-use items in your parameter in multiple groups. Simply copy/paste the desired line items and then list the appropriate group name and numeric value to display</a:t>
            </a:r>
          </a:p>
          <a:p>
            <a:endParaRPr lang="en-US" dirty="0"/>
          </a:p>
        </p:txBody>
      </p:sp>
      <p:pic>
        <p:nvPicPr>
          <p:cNvPr id="5" name="Picture 4">
            <a:extLst>
              <a:ext uri="{FF2B5EF4-FFF2-40B4-BE49-F238E27FC236}">
                <a16:creationId xmlns:a16="http://schemas.microsoft.com/office/drawing/2014/main" id="{980C2B21-90D9-14A5-337E-0C84BEC9FCBF}"/>
              </a:ext>
            </a:extLst>
          </p:cNvPr>
          <p:cNvPicPr>
            <a:picLocks noChangeAspect="1"/>
          </p:cNvPicPr>
          <p:nvPr/>
        </p:nvPicPr>
        <p:blipFill>
          <a:blip r:embed="rId3"/>
          <a:stretch>
            <a:fillRect/>
          </a:stretch>
        </p:blipFill>
        <p:spPr>
          <a:xfrm>
            <a:off x="4018914" y="2937502"/>
            <a:ext cx="8170037" cy="3930636"/>
          </a:xfrm>
          <a:prstGeom prst="rect">
            <a:avLst/>
          </a:prstGeom>
        </p:spPr>
      </p:pic>
      <p:sp>
        <p:nvSpPr>
          <p:cNvPr id="9" name="TextBox 8">
            <a:extLst>
              <a:ext uri="{FF2B5EF4-FFF2-40B4-BE49-F238E27FC236}">
                <a16:creationId xmlns:a16="http://schemas.microsoft.com/office/drawing/2014/main" id="{4F9EDD2A-447A-6016-79A2-9626E9C05B1A}"/>
              </a:ext>
            </a:extLst>
          </p:cNvPr>
          <p:cNvSpPr txBox="1"/>
          <p:nvPr/>
        </p:nvSpPr>
        <p:spPr>
          <a:xfrm>
            <a:off x="8297787" y="4356016"/>
            <a:ext cx="1061366" cy="369332"/>
          </a:xfrm>
          <a:prstGeom prst="rect">
            <a:avLst/>
          </a:prstGeom>
          <a:noFill/>
        </p:spPr>
        <p:txBody>
          <a:bodyPr wrap="square" rtlCol="0">
            <a:spAutoFit/>
          </a:bodyPr>
          <a:lstStyle/>
          <a:p>
            <a:r>
              <a:rPr lang="en-US" dirty="0">
                <a:solidFill>
                  <a:srgbClr val="FF0000"/>
                </a:solidFill>
              </a:rPr>
              <a:t>Note</a:t>
            </a:r>
          </a:p>
        </p:txBody>
      </p:sp>
      <p:sp>
        <p:nvSpPr>
          <p:cNvPr id="7" name="TextBox 6">
            <a:extLst>
              <a:ext uri="{FF2B5EF4-FFF2-40B4-BE49-F238E27FC236}">
                <a16:creationId xmlns:a16="http://schemas.microsoft.com/office/drawing/2014/main" id="{E5FBAB2E-D5FE-569F-DB7F-622221BEAD9A}"/>
              </a:ext>
            </a:extLst>
          </p:cNvPr>
          <p:cNvSpPr txBox="1"/>
          <p:nvPr/>
        </p:nvSpPr>
        <p:spPr>
          <a:xfrm>
            <a:off x="4506911" y="6099856"/>
            <a:ext cx="290456" cy="369332"/>
          </a:xfrm>
          <a:prstGeom prst="rect">
            <a:avLst/>
          </a:prstGeom>
          <a:noFill/>
        </p:spPr>
        <p:txBody>
          <a:bodyPr wrap="square" rtlCol="0">
            <a:spAutoFit/>
          </a:bodyPr>
          <a:lstStyle/>
          <a:p>
            <a:r>
              <a:rPr lang="en-US" dirty="0">
                <a:solidFill>
                  <a:srgbClr val="FF0000"/>
                </a:solidFill>
              </a:rPr>
              <a:t>1</a:t>
            </a:r>
          </a:p>
        </p:txBody>
      </p:sp>
      <p:sp>
        <p:nvSpPr>
          <p:cNvPr id="11" name="TextBox 10">
            <a:extLst>
              <a:ext uri="{FF2B5EF4-FFF2-40B4-BE49-F238E27FC236}">
                <a16:creationId xmlns:a16="http://schemas.microsoft.com/office/drawing/2014/main" id="{37742F46-3435-750C-A0FF-5BDA56957D10}"/>
              </a:ext>
            </a:extLst>
          </p:cNvPr>
          <p:cNvSpPr txBox="1"/>
          <p:nvPr/>
        </p:nvSpPr>
        <p:spPr>
          <a:xfrm>
            <a:off x="8297787" y="5662849"/>
            <a:ext cx="290456" cy="369332"/>
          </a:xfrm>
          <a:prstGeom prst="rect">
            <a:avLst/>
          </a:prstGeom>
          <a:noFill/>
        </p:spPr>
        <p:txBody>
          <a:bodyPr wrap="square" rtlCol="0">
            <a:spAutoFit/>
          </a:bodyPr>
          <a:lstStyle/>
          <a:p>
            <a:r>
              <a:rPr lang="en-US" dirty="0">
                <a:solidFill>
                  <a:srgbClr val="FF0000"/>
                </a:solidFill>
              </a:rPr>
              <a:t>2</a:t>
            </a:r>
          </a:p>
        </p:txBody>
      </p:sp>
    </p:spTree>
    <p:extLst>
      <p:ext uri="{BB962C8B-B14F-4D97-AF65-F5344CB8AC3E}">
        <p14:creationId xmlns:p14="http://schemas.microsoft.com/office/powerpoint/2010/main" val="6527671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21780</TotalTime>
  <Words>1781</Words>
  <Application>Microsoft Office PowerPoint</Application>
  <PresentationFormat>Widescreen</PresentationFormat>
  <Paragraphs>201</Paragraphs>
  <Slides>26</Slides>
  <Notes>24</Notes>
  <HiddenSlides>17</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Abadi</vt:lpstr>
      <vt:lpstr>Aptos</vt:lpstr>
      <vt:lpstr>Aptos Display</vt:lpstr>
      <vt:lpstr>Arial</vt:lpstr>
      <vt:lpstr>Office Theme</vt:lpstr>
      <vt:lpstr>Bookmarks &amp; Field Parameters 101</vt:lpstr>
      <vt:lpstr>Thank you to our sponsors!</vt:lpstr>
      <vt:lpstr>Why are bookmarks &amp; parameters important?</vt:lpstr>
      <vt:lpstr>What are bookmarks?</vt:lpstr>
      <vt:lpstr>Benefits of using bookmarks in your reports</vt:lpstr>
      <vt:lpstr>Bookmark Tips &amp; Tricks</vt:lpstr>
      <vt:lpstr>What are field parameters?</vt:lpstr>
      <vt:lpstr>Benefits of using field parameters</vt:lpstr>
      <vt:lpstr>Feedback and Links</vt:lpstr>
      <vt:lpstr>Appendix</vt:lpstr>
      <vt:lpstr>Selecting the Bookmark and Selection Pane</vt:lpstr>
      <vt:lpstr>Opening the Bookmarks &amp; Selection Panes</vt:lpstr>
      <vt:lpstr>Creating a bookmark</vt:lpstr>
      <vt:lpstr>Grouping Visuals &amp; Bookmarks: Benefits</vt:lpstr>
      <vt:lpstr>Grouping Visuals &amp; Bookmarks</vt:lpstr>
      <vt:lpstr>Adding a Bookmark Button for Users</vt:lpstr>
      <vt:lpstr>Adding a Bookmark Button for Users Pt 2</vt:lpstr>
      <vt:lpstr>Accessing Bookmark Properties</vt:lpstr>
      <vt:lpstr>Selecting visuals for a bookmark</vt:lpstr>
      <vt:lpstr>Accessibility Settings / Tab Order</vt:lpstr>
      <vt:lpstr>Creating a field parameter</vt:lpstr>
      <vt:lpstr>Modifying an existing parameter</vt:lpstr>
      <vt:lpstr>Grouping field parameter values Pt 1</vt:lpstr>
      <vt:lpstr>Grouping field parameter values Pt 2</vt:lpstr>
      <vt:lpstr>Grouping field parameter values Pt 3</vt:lpstr>
      <vt:lpstr>Grouping field parameter values Pt 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Allan Khariton</dc:creator>
  <cp:lastModifiedBy>Allan Khariton</cp:lastModifiedBy>
  <cp:revision>15</cp:revision>
  <cp:lastPrinted>2025-06-13T03:05:36Z</cp:lastPrinted>
  <dcterms:created xsi:type="dcterms:W3CDTF">2025-06-04T02:35:56Z</dcterms:created>
  <dcterms:modified xsi:type="dcterms:W3CDTF">2026-06-14T21:07:05Z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2026-06-05T22:08:18Z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5c9496d4-8388-4986-b61c-4952186658da</vt:lpwstr>
  </property>
  <property fmtid="{D5CDD505-2E9C-101B-9397-08002B2CF9AE}" pid="7" name="MSIP_Label_defa4170-0d19-0005-0004-bc88714345d2_ActionId">
    <vt:lpwstr>75a48a39-5081-4c4d-80f9-c56a9c6636ee</vt:lpwstr>
  </property>
  <property fmtid="{D5CDD505-2E9C-101B-9397-08002B2CF9AE}" pid="8" name="MSIP_Label_defa4170-0d19-0005-0004-bc88714345d2_ContentBits">
    <vt:lpwstr>0</vt:lpwstr>
  </property>
  <property fmtid="{D5CDD505-2E9C-101B-9397-08002B2CF9AE}" pid="9" name="MSIP_Label_defa4170-0d19-0005-0004-bc88714345d2_Tag">
    <vt:lpwstr>10, 3, 0, 1</vt:lpwstr>
  </property>
</Properties>
</file>