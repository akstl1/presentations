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315" autoAdjust="0"/>
  </p:normalViewPr>
  <p:slideViewPr>
    <p:cSldViewPr snapToGrid="0">
      <p:cViewPr varScale="1">
        <p:scale>
          <a:sx n="88" d="100"/>
          <a:sy n="88" d="100"/>
        </p:scale>
        <p:origin x="54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404F555-6570-4A15-ABC4-1745CA5C4DC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CB98716-6830-4726-8754-F107DE7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0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89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B668-C7A8-B420-745B-9B7F812F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8C6DF-82E7-4105-4FB4-D05A6BDF6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439F8-AE53-1429-D275-592B17CE7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marL="285750" indent="-285750">
              <a:buFontTx/>
              <a:buChar char="-"/>
            </a:pPr>
            <a:r>
              <a:rPr lang="en-US" dirty="0"/>
              <a:t>Speed</a:t>
            </a:r>
          </a:p>
          <a:p>
            <a:pPr marL="285750" indent="-285750">
              <a:buFontTx/>
              <a:buChar char="-"/>
            </a:pPr>
            <a:r>
              <a:rPr lang="en-US" dirty="0"/>
              <a:t>End-User Familiarity</a:t>
            </a:r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pPr marL="285750" indent="-285750">
              <a:buFontTx/>
              <a:buChar char="-"/>
            </a:pPr>
            <a:r>
              <a:rPr lang="en-US" dirty="0"/>
              <a:t>Maintainability + Error Handling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Scale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Manual Trigger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14A8-1362-F126-3BCD-C821E5876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1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F98F-7033-D958-12A8-E68829822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E0716-1816-945D-CC44-6EE03C5BC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CC0FF-8DAF-61AD-5A8D-34A532E7B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892F1-5143-CA24-C6FA-2C0851C76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07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CAEC-090F-9971-F4EA-7B9A24BA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EC24A-CC39-3A71-03A5-72CCEB9CA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32367-54E8-BA38-8826-030671E69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F595-8265-7C71-3159-32BAB4202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6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7F23-6422-6E88-0FF5-0C5A274E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C2E88-3A44-2D67-B7DE-48AB83E4D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679A5-D726-5155-919B-156ECB787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DCE4E-CD76-3EB9-22D5-37A5C1701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17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7175-A618-D13F-7D73-9072D5D1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37337-E5E3-9232-864F-8C5FC331D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61044-3519-194B-4DD9-D1F70CAB6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B27FD-D034-486E-3D8C-24757F8E9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7D3D-14DD-06D5-DC1A-62236B77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13854-A3CE-8BBE-32BE-8E2F24E36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BEA63-AD8F-FE98-7708-F684CC099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29C3-819D-5D3B-CDA0-276B3C0FA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7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74C7-6602-5634-AF40-7EF66DC5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52570-8CCE-2357-4BF1-6793657B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8C9E0-9B1E-E48C-21DB-5A32353E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501DD-3559-C27E-383B-C58CCD78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9C152-0AC0-EDF0-51C3-50498E9E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4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9E93-BEE7-68BF-966F-2D58D01A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50AC-E88A-FC90-1D2B-3389F38F2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BB67B-C35D-EB4D-8A18-BED06CA0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2008A-70CE-3D25-3294-D732B6E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ED52-1B33-0761-27D4-D381CA3A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4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F04C-50AD-8FFA-80A6-8713D6EE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26162-8E13-D4CD-2BEE-B585345B0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2A4BC-5A2F-3EA8-36DF-18AFDAA7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7DDA-57C6-464A-FE11-B703DEF7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80B4-A8E5-7878-27FF-577FC7BB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6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3FCC-3D2C-1B0C-13A1-3ED2D7DA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2B32-6734-AD68-B532-B4E80E07F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191EB-A9EF-6AFA-1B1D-987957CD7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D5B85-917F-AC26-0E7D-664BFF23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0CF8F-82C0-FD5A-286F-2E20DBA4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3E44D-8576-C9F5-2505-CF6DFF7B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07FB-F895-BF2C-72B1-91C2FDB1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DB67D-B170-C887-371F-A1F21B4D0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150C3-B7EC-640B-6DBF-49CE86D80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BF941-58E8-509C-7BF1-E0E9E1B66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C80BF-063B-75FC-1699-7327E01A6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BB885-EA20-D9B0-92EA-1A711CF5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39981-6B88-8F9D-CA77-C8F2268A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AC19A-66C4-FB50-2886-A1735D98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7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DC8B-ED13-AB4A-6599-1C27BF90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080F4-0361-C4CA-A33C-E4E6C40F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48E4C-79A8-52AF-9E35-592126E1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9C62B-BE6A-599B-86CE-A78BB47E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3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FA291-9722-4305-6D0B-333ED166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10424-EC54-31B5-585E-6987CB32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385D-52CB-CC43-36EC-0DB5BB24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1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18C0-D6C7-51A8-3F28-6726A94A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174D4-F8DC-69A1-642A-AD7DACDA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F21A9-11BA-FFC7-0FA2-0ACF5E1CC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2DF30-AB8A-ABFE-A1E3-9F6A77F3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1E3B3-F2E3-D006-C607-8052A8C1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118B1-C787-1A3D-EDD6-0965CF37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DCD8-24E8-084F-FE3E-FD874666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13100-3D1F-3944-DE97-D4F300861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A9678-F698-B9D6-C492-92238EDFE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F9BD-A289-6813-91C4-B94F576D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2DD73-4C38-948A-C71C-443A4E58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41126-BB1F-8E73-D77B-C17048DD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3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1572-ECDF-91F0-761B-5C61A395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90A78-1FC3-A0A4-DD3B-0EB206A65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DFADA-576B-915D-5EE7-AD1303B5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8D98-B30E-520C-36FE-99E5FFDC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777B-C210-DDBE-94BF-9424AA47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0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A94FDD-0466-6CAE-A2DB-BC7C45D04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AF07B-F4A3-253F-E82E-1F6D67EAC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63C4-9DCB-A92D-078A-2E24F1BF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357C5-AA2E-0F83-AAB9-098ADEEF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30319-342D-CA42-9322-B9DF313D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3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58145-4053-267C-E721-F96B76D1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BBE60-3944-559E-B851-383394036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13176-320D-F564-41A1-CF2617606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C4FF-A5B5-49B5-AF2E-5BC38B72E22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B44F6-A74B-AA7E-511D-694288BD5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C228F-6BA1-A30F-C407-CB384F8C2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8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76E52-93FD-ECE2-838F-3424232AE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329" y="735106"/>
            <a:ext cx="10863072" cy="2928470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Auto-Populating a Multi-Tab Excel File with Power BI + Power Automate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9D5C3-BFA8-B1E3-2021-DB4124A4D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Allan Khariton – Sr Data &amp; BI Analyst</a:t>
            </a:r>
          </a:p>
        </p:txBody>
      </p:sp>
    </p:spTree>
    <p:extLst>
      <p:ext uri="{BB962C8B-B14F-4D97-AF65-F5344CB8AC3E}">
        <p14:creationId xmlns:p14="http://schemas.microsoft.com/office/powerpoint/2010/main" val="298171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430E5-534D-D700-3EF5-473C7888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Original Workflow Context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E19327-36D5-E9B2-E118-66B5A6B2901E}"/>
              </a:ext>
            </a:extLst>
          </p:cNvPr>
          <p:cNvSpPr/>
          <p:nvPr/>
        </p:nvSpPr>
        <p:spPr>
          <a:xfrm>
            <a:off x="5266946" y="825749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Trades Get Placed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0852CD-A770-D428-FB34-F64D96187841}"/>
              </a:ext>
            </a:extLst>
          </p:cNvPr>
          <p:cNvSpPr/>
          <p:nvPr/>
        </p:nvSpPr>
        <p:spPr>
          <a:xfrm>
            <a:off x="5266946" y="2208830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Certain Trades Don’t Go through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0816DF-C250-8564-0A69-46B4FA319C1F}"/>
              </a:ext>
            </a:extLst>
          </p:cNvPr>
          <p:cNvSpPr/>
          <p:nvPr/>
        </p:nvSpPr>
        <p:spPr>
          <a:xfrm>
            <a:off x="5266946" y="3591911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Macros Generate Daily Excel File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133A1A-FF29-CA23-3355-C6277B5FA281}"/>
              </a:ext>
            </a:extLst>
          </p:cNvPr>
          <p:cNvSpPr/>
          <p:nvPr/>
        </p:nvSpPr>
        <p:spPr>
          <a:xfrm>
            <a:off x="5266946" y="4974993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Team provides comments, status updates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FFE684-55F3-A420-7442-CE405042403F}"/>
              </a:ext>
            </a:extLst>
          </p:cNvPr>
          <p:cNvCxnSpPr>
            <a:cxnSpLocks/>
            <a:stCxn id="19" idx="2"/>
            <a:endCxn id="3" idx="0"/>
          </p:cNvCxnSpPr>
          <p:nvPr/>
        </p:nvCxnSpPr>
        <p:spPr>
          <a:xfrm>
            <a:off x="8193025" y="1659194"/>
            <a:ext cx="0" cy="549636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7FBD17-7094-2F1C-04E5-8FD1703284AC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193025" y="3042275"/>
            <a:ext cx="0" cy="549636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9B85E3-371C-D010-239E-B170E3720CB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193025" y="4425356"/>
            <a:ext cx="0" cy="54963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37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BB144-B287-A523-D6F3-781127D0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1362B6-1745-BCD6-A4A1-E359CEE8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4E6267-7897-CFD7-86A9-691AF6E6C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384CFA-F213-F7C4-D141-AF419E42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BB335-6376-AF0C-020A-E44EC5B26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1DFC91-0C93-5777-E697-421FBCFF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2460C3-5755-102D-49D5-1FD9ABA38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3E549-95A1-C06B-04BB-C8E54CD11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18625-F2A1-873C-FF8F-6BD4B716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Pros &amp; Cons of Original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81A4B-0D6E-0AC2-35DF-AD8E9B9096D3}"/>
              </a:ext>
            </a:extLst>
          </p:cNvPr>
          <p:cNvSpPr txBox="1"/>
          <p:nvPr/>
        </p:nvSpPr>
        <p:spPr>
          <a:xfrm>
            <a:off x="4504548" y="433416"/>
            <a:ext cx="273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7E0AD3-4D6D-8091-2208-155489FD9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548" y="1095118"/>
            <a:ext cx="2735255" cy="18235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B013A-5A73-AC82-2AF1-279C85D927EB}"/>
              </a:ext>
            </a:extLst>
          </p:cNvPr>
          <p:cNvSpPr txBox="1"/>
          <p:nvPr/>
        </p:nvSpPr>
        <p:spPr>
          <a:xfrm>
            <a:off x="8693408" y="433416"/>
            <a:ext cx="274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14FF1C1-CFAE-A486-67B2-C7C644822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547" y="3024852"/>
            <a:ext cx="2735255" cy="18235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E3F233B-EA2A-0155-3618-0C26FDD4E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408" y="1095118"/>
            <a:ext cx="2745918" cy="18235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C6C450D-5CD6-B958-F605-A779C5E9D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408" y="3024852"/>
            <a:ext cx="2745918" cy="18235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5348474-C656-701E-B1A9-2A1C49EE3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408" y="4954586"/>
            <a:ext cx="2745918" cy="183152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1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21DFE-6676-1D30-B7B8-14CDBE72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E4AE14-5421-E3F4-1443-AD4BDFD6B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A335F1-5EC3-EE66-7D3A-6B1DD24E1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EEB3D9-194E-45D0-6174-CAFA5891F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5E2F79-249C-7366-7DF5-7BA6A13F7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9D3CC-4AC0-BF9F-826E-064F6F1E7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C538B3-B2F2-25C3-9458-C60A28258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A9E9DC-4B82-ED40-627F-4CD09DAFB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77E90-5AFF-A9A3-8098-852E0FFB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Improved Workflow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BFD4D6-250D-7373-3A34-2DA23DCC083B}"/>
              </a:ext>
            </a:extLst>
          </p:cNvPr>
          <p:cNvSpPr/>
          <p:nvPr/>
        </p:nvSpPr>
        <p:spPr>
          <a:xfrm>
            <a:off x="5266946" y="825749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Trades Get Placed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64768F-605A-D9F6-088D-4B658917F73A}"/>
              </a:ext>
            </a:extLst>
          </p:cNvPr>
          <p:cNvSpPr/>
          <p:nvPr/>
        </p:nvSpPr>
        <p:spPr>
          <a:xfrm>
            <a:off x="5266946" y="2208830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Certain Trades Don’t Go through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9EAE67-3567-5038-7918-505981F2AC43}"/>
              </a:ext>
            </a:extLst>
          </p:cNvPr>
          <p:cNvSpPr/>
          <p:nvPr/>
        </p:nvSpPr>
        <p:spPr>
          <a:xfrm>
            <a:off x="5266946" y="3591911"/>
            <a:ext cx="5852158" cy="83344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Power BI + Automate Generate Daily Excel File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439079-B79E-D251-E452-5A67D0D2BD3F}"/>
              </a:ext>
            </a:extLst>
          </p:cNvPr>
          <p:cNvSpPr/>
          <p:nvPr/>
        </p:nvSpPr>
        <p:spPr>
          <a:xfrm>
            <a:off x="5266946" y="4974993"/>
            <a:ext cx="5852158" cy="8334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Team provides comments, status updates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9D2A1F-0AD7-34FB-5465-FDC40B7F1362}"/>
              </a:ext>
            </a:extLst>
          </p:cNvPr>
          <p:cNvCxnSpPr>
            <a:cxnSpLocks/>
            <a:stCxn id="19" idx="2"/>
            <a:endCxn id="3" idx="0"/>
          </p:cNvCxnSpPr>
          <p:nvPr/>
        </p:nvCxnSpPr>
        <p:spPr>
          <a:xfrm>
            <a:off x="8193025" y="1659194"/>
            <a:ext cx="0" cy="549636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C0B689-68AE-1375-74EF-325E7E8AFB0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193025" y="3042275"/>
            <a:ext cx="0" cy="549636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A5BF58-0175-A2A2-1A95-F0752530055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193025" y="4425356"/>
            <a:ext cx="0" cy="54963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60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B139F-4A9F-E45B-3821-BD25B4BB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D8BC14-FF3C-129F-E0D9-ABE669370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216F65-13C8-47DC-8F29-791519824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8CF7A-6C2C-5FD1-35D3-56F544FE0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5FC916-03AE-4D9F-6E72-7F3C3772A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81B4B1-4C62-FD58-7812-E54B4E499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F5BB052-A2A8-EA77-480C-71F60B721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8BC552-4D40-A1F7-8097-C50F567EF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C0D40-F205-4FB6-C456-BA897534F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Basic Workflow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B1AD8-5F83-9543-BD17-394E7959D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Power BI:</a:t>
            </a:r>
          </a:p>
          <a:p>
            <a:r>
              <a:rPr lang="en-US" sz="2000" dirty="0"/>
              <a:t>Import Data</a:t>
            </a:r>
          </a:p>
          <a:p>
            <a:r>
              <a:rPr lang="en-US" sz="2000" dirty="0"/>
              <a:t>Create Table Visuals</a:t>
            </a:r>
          </a:p>
          <a:p>
            <a:r>
              <a:rPr lang="en-US" sz="2000" dirty="0"/>
              <a:t>Publish and Schedule Refresh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Power Automate:</a:t>
            </a:r>
          </a:p>
          <a:p>
            <a:r>
              <a:rPr lang="en-US" sz="2000" dirty="0"/>
              <a:t>Generate Daily Template File</a:t>
            </a:r>
          </a:p>
          <a:p>
            <a:r>
              <a:rPr lang="en-US" sz="2000" dirty="0"/>
              <a:t>Determine whether any data exists</a:t>
            </a:r>
          </a:p>
          <a:p>
            <a:r>
              <a:rPr lang="en-US" sz="2000" dirty="0"/>
              <a:t>Run DAX to generate data + Save Schema</a:t>
            </a:r>
          </a:p>
          <a:p>
            <a:r>
              <a:rPr lang="en-US" sz="2000" dirty="0"/>
              <a:t>Add data to Excel Table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Additional Considerations:</a:t>
            </a:r>
          </a:p>
          <a:p>
            <a:r>
              <a:rPr lang="en-US" sz="2000" dirty="0"/>
              <a:t>Large-volume data limitations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2260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09636-8C92-8C53-CDA5-A99D2799A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411C07-60D9-71B2-FC45-54A267C06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E69610-4CDE-7983-9DC3-A3D653B34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B2A8B-68E3-6AA4-5D13-82FE72A8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30DE6-6A8F-0651-B3B8-69DBFF877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A4DAA9-3317-ECB4-2757-1FFD4B9B5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A6DABFF-5838-2F72-C842-82EE32866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F50462-8F68-84B8-5A27-8D144F3F5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36FD2-E1CF-5432-3B03-4773A98F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Pros &amp; Cons of Improved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31EAD-E76C-0268-FFE7-9ED48FC213A0}"/>
              </a:ext>
            </a:extLst>
          </p:cNvPr>
          <p:cNvSpPr txBox="1"/>
          <p:nvPr/>
        </p:nvSpPr>
        <p:spPr>
          <a:xfrm>
            <a:off x="4974336" y="865632"/>
            <a:ext cx="68640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Pros:</a:t>
            </a:r>
          </a:p>
          <a:p>
            <a:pPr marL="285750" indent="-285750">
              <a:buFontTx/>
              <a:buChar char="-"/>
            </a:pPr>
            <a:r>
              <a:rPr lang="en-US" dirty="0"/>
              <a:t>Maintainability + Error Handling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Scale</a:t>
            </a:r>
          </a:p>
          <a:p>
            <a:pPr marL="285750" indent="-285750">
              <a:buFontTx/>
              <a:buChar char="-"/>
            </a:pPr>
            <a:r>
              <a:rPr lang="en-US" dirty="0"/>
              <a:t>Scheduled Trigger</a:t>
            </a:r>
          </a:p>
          <a:p>
            <a:pPr marL="285750" indent="-285750">
              <a:buFontTx/>
              <a:buChar char="-"/>
            </a:pPr>
            <a:r>
              <a:rPr lang="en-US" dirty="0"/>
              <a:t>Separates Users from Developers</a:t>
            </a:r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r>
              <a:rPr lang="en-US" dirty="0"/>
              <a:t>- Speed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402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847DB-FB58-8D8F-46C8-6B9E60E6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B5FE91-E6C6-E316-7AED-4EE4B46FE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7E10DA-1F04-5325-4B8F-E387CD91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2059D1-2DC5-BF73-FD0C-47155B865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F12080-9BB7-B6B1-0C80-A7EAB7AE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B5B42E-0E98-6CC4-5C76-58757347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D4A1600-E0E9-7146-7A52-5AEC729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4D863C-0269-882E-F526-D192BB9F1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4B07C-DF22-BA88-A6FA-80D56179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" y="586855"/>
            <a:ext cx="347301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Final Considerations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8F4DF-B5F8-39DE-C412-B44CE5CCCE10}"/>
              </a:ext>
            </a:extLst>
          </p:cNvPr>
          <p:cNvSpPr txBox="1"/>
          <p:nvPr/>
        </p:nvSpPr>
        <p:spPr>
          <a:xfrm>
            <a:off x="4974336" y="865632"/>
            <a:ext cx="686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This solution should NOT be used for a single-tab data load. There is an easier method for this with paginated reports.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you have access to Dataverse + </a:t>
            </a:r>
            <a:r>
              <a:rPr lang="en-US" dirty="0" err="1"/>
              <a:t>Translytic</a:t>
            </a:r>
            <a:r>
              <a:rPr lang="en-US" dirty="0"/>
              <a:t> Flows, this solution can be done entirely in Power BI</a:t>
            </a:r>
          </a:p>
        </p:txBody>
      </p:sp>
    </p:spTree>
    <p:extLst>
      <p:ext uri="{BB962C8B-B14F-4D97-AF65-F5344CB8AC3E}">
        <p14:creationId xmlns:p14="http://schemas.microsoft.com/office/powerpoint/2010/main" val="409576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526A5-1C4F-3E1D-697A-04F4FFA0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4DBAC3-5D07-76D7-EF8E-CE61FBCE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0C3412-F9B4-3E93-1250-5EC073586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BD756-B9C6-D043-3093-A053961AD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9AD20-EEDA-AB5A-D9E0-64C873D67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6A1C9-2E31-9F24-A7AC-EDEB2B1AA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EDD342F-3406-6161-8456-3737BB20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156C53-6ABE-7D77-5F24-108BD225C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8868F-0EA3-3C43-E692-CB00B4F3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" y="586855"/>
            <a:ext cx="347301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Questions?</a:t>
            </a:r>
          </a:p>
        </p:txBody>
      </p:sp>
      <p:pic>
        <p:nvPicPr>
          <p:cNvPr id="4" name="Picture 3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8EC52D6B-BD36-F66C-0D33-81B80AD25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568" y="2208445"/>
            <a:ext cx="2883648" cy="2883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55D2F4-CD55-8A06-2AB7-B828AD077530}"/>
              </a:ext>
            </a:extLst>
          </p:cNvPr>
          <p:cNvSpPr txBox="1"/>
          <p:nvPr/>
        </p:nvSpPr>
        <p:spPr>
          <a:xfrm>
            <a:off x="8485632" y="1645920"/>
            <a:ext cx="295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GitHub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FBAEB-27D0-15ED-FCF7-97E68565E546}"/>
              </a:ext>
            </a:extLst>
          </p:cNvPr>
          <p:cNvSpPr txBox="1"/>
          <p:nvPr/>
        </p:nvSpPr>
        <p:spPr>
          <a:xfrm>
            <a:off x="4795961" y="1645920"/>
            <a:ext cx="295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Portfolio Link</a:t>
            </a:r>
          </a:p>
        </p:txBody>
      </p:sp>
      <p:pic>
        <p:nvPicPr>
          <p:cNvPr id="11" name="Picture 10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37711FD9-AF68-F0C3-107A-3E9E64EC5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407" y="2208445"/>
            <a:ext cx="288036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10800</TotalTime>
  <Words>213</Words>
  <Application>Microsoft Office PowerPoint</Application>
  <PresentationFormat>Widescreen</PresentationFormat>
  <Paragraphs>59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Auto-Populating a Multi-Tab Excel File with Power BI + Power Automate</vt:lpstr>
      <vt:lpstr>Original Workflow Context</vt:lpstr>
      <vt:lpstr>Pros &amp; Cons of Original Approach</vt:lpstr>
      <vt:lpstr>Improved Workflow</vt:lpstr>
      <vt:lpstr>Basic Workflow Steps</vt:lpstr>
      <vt:lpstr>Pros &amp; Cons of Improved Approach</vt:lpstr>
      <vt:lpstr>Final Considerations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Khariton</dc:creator>
  <cp:lastModifiedBy>Allan Khariton</cp:lastModifiedBy>
  <cp:revision>12</cp:revision>
  <cp:lastPrinted>2025-06-13T03:05:36Z</cp:lastPrinted>
  <dcterms:created xsi:type="dcterms:W3CDTF">2025-06-04T02:35:56Z</dcterms:created>
  <dcterms:modified xsi:type="dcterms:W3CDTF">2025-11-12T02:52:50Z</dcterms:modified>
</cp:coreProperties>
</file>