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4" r:id="rId3"/>
    <p:sldId id="257" r:id="rId4"/>
    <p:sldId id="277" r:id="rId5"/>
    <p:sldId id="280" r:id="rId6"/>
    <p:sldId id="278" r:id="rId7"/>
    <p:sldId id="281" r:id="rId8"/>
    <p:sldId id="282" r:id="rId9"/>
    <p:sldId id="275" r:id="rId1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315" autoAdjust="0"/>
  </p:normalViewPr>
  <p:slideViewPr>
    <p:cSldViewPr snapToGrid="0">
      <p:cViewPr>
        <p:scale>
          <a:sx n="100" d="100"/>
          <a:sy n="100" d="100"/>
        </p:scale>
        <p:origin x="912" y="-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image" Target="../media/image16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E735D5-5811-428D-849B-B6A1DD4CE6B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9C11C5-C8EA-4953-BDB5-CAF202EA912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Bookmarks save a report’s current filters, visibility, cross-highlighted visuals, and sort order. </a:t>
          </a:r>
        </a:p>
      </dgm:t>
    </dgm:pt>
    <dgm:pt modelId="{1640053C-D258-4AF8-B4E4-BC7772ECF753}" type="parTrans" cxnId="{AC8093FA-63DA-425B-9B56-033065BCECD0}">
      <dgm:prSet/>
      <dgm:spPr/>
      <dgm:t>
        <a:bodyPr/>
        <a:lstStyle/>
        <a:p>
          <a:endParaRPr lang="en-US"/>
        </a:p>
      </dgm:t>
    </dgm:pt>
    <dgm:pt modelId="{0907E988-5497-4BB9-A280-9C23A87240D8}" type="sibTrans" cxnId="{AC8093FA-63DA-425B-9B56-033065BCECD0}">
      <dgm:prSet/>
      <dgm:spPr/>
      <dgm:t>
        <a:bodyPr/>
        <a:lstStyle/>
        <a:p>
          <a:endParaRPr lang="en-US"/>
        </a:p>
      </dgm:t>
    </dgm:pt>
    <dgm:pt modelId="{3F9C9AF5-D01A-412C-9F02-87E9003DB3E2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When you add bookmarks to a report, users can get back to that exact view by selecting it</a:t>
          </a:r>
        </a:p>
      </dgm:t>
    </dgm:pt>
    <dgm:pt modelId="{7F32FDA9-0B8B-46CA-A929-B8F186D016C5}" type="parTrans" cxnId="{AF6C74E3-6AAC-4240-8C87-956E719BB066}">
      <dgm:prSet/>
      <dgm:spPr/>
      <dgm:t>
        <a:bodyPr/>
        <a:lstStyle/>
        <a:p>
          <a:endParaRPr lang="en-US"/>
        </a:p>
      </dgm:t>
    </dgm:pt>
    <dgm:pt modelId="{7F2D458A-4C65-47D5-88CF-E1DC542074B6}" type="sibTrans" cxnId="{AF6C74E3-6AAC-4240-8C87-956E719BB066}">
      <dgm:prSet/>
      <dgm:spPr/>
      <dgm:t>
        <a:bodyPr/>
        <a:lstStyle/>
        <a:p>
          <a:endParaRPr lang="en-US"/>
        </a:p>
      </dgm:t>
    </dgm:pt>
    <dgm:pt modelId="{28267B82-0783-468D-BD68-A1A614C283CB}" type="pres">
      <dgm:prSet presAssocID="{F1E735D5-5811-428D-849B-B6A1DD4CE6BF}" presName="root" presStyleCnt="0">
        <dgm:presLayoutVars>
          <dgm:dir/>
          <dgm:resizeHandles val="exact"/>
        </dgm:presLayoutVars>
      </dgm:prSet>
      <dgm:spPr/>
    </dgm:pt>
    <dgm:pt modelId="{B79B42D9-F344-4A7E-A563-7AE8252FBFBE}" type="pres">
      <dgm:prSet presAssocID="{F59C11C5-C8EA-4953-BDB5-CAF202EA9129}" presName="compNode" presStyleCnt="0"/>
      <dgm:spPr/>
    </dgm:pt>
    <dgm:pt modelId="{F8CB7DB8-1A1C-48BF-968B-A989A0330683}" type="pres">
      <dgm:prSet presAssocID="{F59C11C5-C8EA-4953-BDB5-CAF202EA9129}" presName="iconRect" presStyleLbl="node1" presStyleIdx="0" presStyleCnt="2" custScaleX="141111" custScaleY="14111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 with solid fill"/>
        </a:ext>
      </dgm:extLst>
    </dgm:pt>
    <dgm:pt modelId="{4B4CD78C-3C57-4711-8EE4-1FEB0B92618D}" type="pres">
      <dgm:prSet presAssocID="{F59C11C5-C8EA-4953-BDB5-CAF202EA9129}" presName="spaceRect" presStyleCnt="0"/>
      <dgm:spPr/>
    </dgm:pt>
    <dgm:pt modelId="{5A9515F9-AB49-4937-B666-0A4950981ED7}" type="pres">
      <dgm:prSet presAssocID="{F59C11C5-C8EA-4953-BDB5-CAF202EA9129}" presName="textRect" presStyleLbl="revTx" presStyleIdx="0" presStyleCnt="2" custScaleX="120650">
        <dgm:presLayoutVars>
          <dgm:chMax val="1"/>
          <dgm:chPref val="1"/>
        </dgm:presLayoutVars>
      </dgm:prSet>
      <dgm:spPr/>
    </dgm:pt>
    <dgm:pt modelId="{E9406717-7B1A-4DB9-A5B8-C0F91FC44008}" type="pres">
      <dgm:prSet presAssocID="{0907E988-5497-4BB9-A280-9C23A87240D8}" presName="sibTrans" presStyleCnt="0"/>
      <dgm:spPr/>
    </dgm:pt>
    <dgm:pt modelId="{E29B2F2F-CCEF-42EE-AA1E-92A2616214A8}" type="pres">
      <dgm:prSet presAssocID="{3F9C9AF5-D01A-412C-9F02-87E9003DB3E2}" presName="compNode" presStyleCnt="0"/>
      <dgm:spPr/>
    </dgm:pt>
    <dgm:pt modelId="{F96959D0-7EE5-48BB-A1E2-BB9A302BA209}" type="pres">
      <dgm:prSet presAssocID="{3F9C9AF5-D01A-412C-9F02-87E9003DB3E2}" presName="iconRect" presStyleLbl="node1" presStyleIdx="1" presStyleCnt="2" custScaleX="141111" custScaleY="141111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A863E63D-2C48-483B-A7B1-0AD026CE384D}" type="pres">
      <dgm:prSet presAssocID="{3F9C9AF5-D01A-412C-9F02-87E9003DB3E2}" presName="spaceRect" presStyleCnt="0"/>
      <dgm:spPr/>
    </dgm:pt>
    <dgm:pt modelId="{A8BFB3C8-08A9-4E31-BB31-3861B45454B8}" type="pres">
      <dgm:prSet presAssocID="{3F9C9AF5-D01A-412C-9F02-87E9003DB3E2}" presName="textRect" presStyleLbl="revTx" presStyleIdx="1" presStyleCnt="2" custScaleX="120734">
        <dgm:presLayoutVars>
          <dgm:chMax val="1"/>
          <dgm:chPref val="1"/>
        </dgm:presLayoutVars>
      </dgm:prSet>
      <dgm:spPr/>
    </dgm:pt>
  </dgm:ptLst>
  <dgm:cxnLst>
    <dgm:cxn modelId="{76AB3C14-480F-48F3-AEAE-D5DF76D0AE46}" type="presOf" srcId="{F59C11C5-C8EA-4953-BDB5-CAF202EA9129}" destId="{5A9515F9-AB49-4937-B666-0A4950981ED7}" srcOrd="0" destOrd="0" presId="urn:microsoft.com/office/officeart/2018/2/layout/IconLabelList"/>
    <dgm:cxn modelId="{85A196C1-BF15-4C25-B21E-29B04774FEF8}" type="presOf" srcId="{3F9C9AF5-D01A-412C-9F02-87E9003DB3E2}" destId="{A8BFB3C8-08A9-4E31-BB31-3861B45454B8}" srcOrd="0" destOrd="0" presId="urn:microsoft.com/office/officeart/2018/2/layout/IconLabelList"/>
    <dgm:cxn modelId="{7BED66CB-7F1F-4D57-A908-AE99C53E94C8}" type="presOf" srcId="{F1E735D5-5811-428D-849B-B6A1DD4CE6BF}" destId="{28267B82-0783-468D-BD68-A1A614C283CB}" srcOrd="0" destOrd="0" presId="urn:microsoft.com/office/officeart/2018/2/layout/IconLabelList"/>
    <dgm:cxn modelId="{AF6C74E3-6AAC-4240-8C87-956E719BB066}" srcId="{F1E735D5-5811-428D-849B-B6A1DD4CE6BF}" destId="{3F9C9AF5-D01A-412C-9F02-87E9003DB3E2}" srcOrd="1" destOrd="0" parTransId="{7F32FDA9-0B8B-46CA-A929-B8F186D016C5}" sibTransId="{7F2D458A-4C65-47D5-88CF-E1DC542074B6}"/>
    <dgm:cxn modelId="{AC8093FA-63DA-425B-9B56-033065BCECD0}" srcId="{F1E735D5-5811-428D-849B-B6A1DD4CE6BF}" destId="{F59C11C5-C8EA-4953-BDB5-CAF202EA9129}" srcOrd="0" destOrd="0" parTransId="{1640053C-D258-4AF8-B4E4-BC7772ECF753}" sibTransId="{0907E988-5497-4BB9-A280-9C23A87240D8}"/>
    <dgm:cxn modelId="{BF60D394-703B-4EF0-A737-5B8518941F90}" type="presParOf" srcId="{28267B82-0783-468D-BD68-A1A614C283CB}" destId="{B79B42D9-F344-4A7E-A563-7AE8252FBFBE}" srcOrd="0" destOrd="0" presId="urn:microsoft.com/office/officeart/2018/2/layout/IconLabelList"/>
    <dgm:cxn modelId="{2C755A8C-18C4-448F-98CE-A99F45CA7261}" type="presParOf" srcId="{B79B42D9-F344-4A7E-A563-7AE8252FBFBE}" destId="{F8CB7DB8-1A1C-48BF-968B-A989A0330683}" srcOrd="0" destOrd="0" presId="urn:microsoft.com/office/officeart/2018/2/layout/IconLabelList"/>
    <dgm:cxn modelId="{7BE35CFD-B5B5-4684-9188-9FFF2477FDAC}" type="presParOf" srcId="{B79B42D9-F344-4A7E-A563-7AE8252FBFBE}" destId="{4B4CD78C-3C57-4711-8EE4-1FEB0B92618D}" srcOrd="1" destOrd="0" presId="urn:microsoft.com/office/officeart/2018/2/layout/IconLabelList"/>
    <dgm:cxn modelId="{D743DBF3-1E89-4C34-8E5F-ABB967A76CBA}" type="presParOf" srcId="{B79B42D9-F344-4A7E-A563-7AE8252FBFBE}" destId="{5A9515F9-AB49-4937-B666-0A4950981ED7}" srcOrd="2" destOrd="0" presId="urn:microsoft.com/office/officeart/2018/2/layout/IconLabelList"/>
    <dgm:cxn modelId="{F122F681-124E-490E-9823-42AAF160BA72}" type="presParOf" srcId="{28267B82-0783-468D-BD68-A1A614C283CB}" destId="{E9406717-7B1A-4DB9-A5B8-C0F91FC44008}" srcOrd="1" destOrd="0" presId="urn:microsoft.com/office/officeart/2018/2/layout/IconLabelList"/>
    <dgm:cxn modelId="{515E637E-0562-413B-BA5F-B7BF02FEC535}" type="presParOf" srcId="{28267B82-0783-468D-BD68-A1A614C283CB}" destId="{E29B2F2F-CCEF-42EE-AA1E-92A2616214A8}" srcOrd="2" destOrd="0" presId="urn:microsoft.com/office/officeart/2018/2/layout/IconLabelList"/>
    <dgm:cxn modelId="{EAA91E8A-6B53-41D6-A4D0-D6C5B27EA8B1}" type="presParOf" srcId="{E29B2F2F-CCEF-42EE-AA1E-92A2616214A8}" destId="{F96959D0-7EE5-48BB-A1E2-BB9A302BA209}" srcOrd="0" destOrd="0" presId="urn:microsoft.com/office/officeart/2018/2/layout/IconLabelList"/>
    <dgm:cxn modelId="{5DE7988F-4365-4AC2-A7AA-F6DF246991DC}" type="presParOf" srcId="{E29B2F2F-CCEF-42EE-AA1E-92A2616214A8}" destId="{A863E63D-2C48-483B-A7B1-0AD026CE384D}" srcOrd="1" destOrd="0" presId="urn:microsoft.com/office/officeart/2018/2/layout/IconLabelList"/>
    <dgm:cxn modelId="{ECF2D707-D4A5-4FE2-B418-5FDB0E9D4237}" type="presParOf" srcId="{E29B2F2F-CCEF-42EE-AA1E-92A2616214A8}" destId="{A8BFB3C8-08A9-4E31-BB31-3861B45454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A6A4E2-912C-4591-BB4E-F95CA385770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3A90378-A1E5-40B8-AF59-7238D192FF3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Improved navigation</a:t>
          </a:r>
          <a:endParaRPr lang="en-US" dirty="0"/>
        </a:p>
      </dgm:t>
    </dgm:pt>
    <dgm:pt modelId="{90C99A7A-82F0-40A4-B517-385E2F6ABA77}" type="parTrans" cxnId="{4E2CDC95-D5EE-4DA0-9D0E-4772F2D9BB37}">
      <dgm:prSet/>
      <dgm:spPr/>
      <dgm:t>
        <a:bodyPr/>
        <a:lstStyle/>
        <a:p>
          <a:endParaRPr lang="en-US"/>
        </a:p>
      </dgm:t>
    </dgm:pt>
    <dgm:pt modelId="{6E59B61C-BED4-48D9-97D5-DD1C0526A682}" type="sibTrans" cxnId="{4E2CDC95-D5EE-4DA0-9D0E-4772F2D9BB37}">
      <dgm:prSet/>
      <dgm:spPr/>
      <dgm:t>
        <a:bodyPr/>
        <a:lstStyle/>
        <a:p>
          <a:endParaRPr lang="en-US"/>
        </a:p>
      </dgm:t>
    </dgm:pt>
    <dgm:pt modelId="{DD844099-09D9-4176-9D09-04DC8634D86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Show/hide content</a:t>
          </a:r>
          <a:endParaRPr lang="en-US" dirty="0"/>
        </a:p>
      </dgm:t>
    </dgm:pt>
    <dgm:pt modelId="{F068B28B-CE8F-4A46-A7AE-1F7838100E3C}" type="parTrans" cxnId="{230BAC92-31FC-498E-97DF-D97883E83D53}">
      <dgm:prSet/>
      <dgm:spPr/>
      <dgm:t>
        <a:bodyPr/>
        <a:lstStyle/>
        <a:p>
          <a:endParaRPr lang="en-US"/>
        </a:p>
      </dgm:t>
    </dgm:pt>
    <dgm:pt modelId="{EC571630-960C-4F39-9324-566494290F15}" type="sibTrans" cxnId="{230BAC92-31FC-498E-97DF-D97883E83D53}">
      <dgm:prSet/>
      <dgm:spPr/>
      <dgm:t>
        <a:bodyPr/>
        <a:lstStyle/>
        <a:p>
          <a:endParaRPr lang="en-US"/>
        </a:p>
      </dgm:t>
    </dgm:pt>
    <dgm:pt modelId="{C2760C52-BA17-481B-B990-64CA39382A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Guided storytelling</a:t>
          </a:r>
          <a:endParaRPr lang="en-US" dirty="0"/>
        </a:p>
      </dgm:t>
    </dgm:pt>
    <dgm:pt modelId="{953FDAD6-1243-47A2-8FCD-30F8326D9707}" type="parTrans" cxnId="{B57E04AA-4EB0-48E9-B1E2-E360102AEC80}">
      <dgm:prSet/>
      <dgm:spPr/>
      <dgm:t>
        <a:bodyPr/>
        <a:lstStyle/>
        <a:p>
          <a:endParaRPr lang="en-US"/>
        </a:p>
      </dgm:t>
    </dgm:pt>
    <dgm:pt modelId="{8614DB98-61B4-4059-9EB1-AA88059C3409}" type="sibTrans" cxnId="{B57E04AA-4EB0-48E9-B1E2-E360102AEC80}">
      <dgm:prSet/>
      <dgm:spPr/>
      <dgm:t>
        <a:bodyPr/>
        <a:lstStyle/>
        <a:p>
          <a:endParaRPr lang="en-US"/>
        </a:p>
      </dgm:t>
    </dgm:pt>
    <dgm:pt modelId="{A59E1F80-2579-405C-8E1B-E755366AC1C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Customized views</a:t>
          </a:r>
          <a:endParaRPr lang="en-US" dirty="0"/>
        </a:p>
      </dgm:t>
    </dgm:pt>
    <dgm:pt modelId="{0E779545-6791-402C-910E-C1B396B387F9}" type="parTrans" cxnId="{DE84A577-9AE4-43C6-AA75-A0B399186430}">
      <dgm:prSet/>
      <dgm:spPr/>
      <dgm:t>
        <a:bodyPr/>
        <a:lstStyle/>
        <a:p>
          <a:endParaRPr lang="en-US"/>
        </a:p>
      </dgm:t>
    </dgm:pt>
    <dgm:pt modelId="{63BB04FF-92C6-4AD3-A14C-D3BA63807C8B}" type="sibTrans" cxnId="{DE84A577-9AE4-43C6-AA75-A0B399186430}">
      <dgm:prSet/>
      <dgm:spPr/>
      <dgm:t>
        <a:bodyPr/>
        <a:lstStyle/>
        <a:p>
          <a:endParaRPr lang="en-US"/>
        </a:p>
      </dgm:t>
    </dgm:pt>
    <dgm:pt modelId="{1D88291D-2066-41AA-83F2-C95E9A97D0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Reduced report clutter</a:t>
          </a:r>
          <a:endParaRPr lang="en-US" dirty="0"/>
        </a:p>
      </dgm:t>
    </dgm:pt>
    <dgm:pt modelId="{05041D50-A712-4684-BC7B-05462493B2A0}" type="parTrans" cxnId="{7050DADE-2397-4F0E-8163-6E5FF2CA25B4}">
      <dgm:prSet/>
      <dgm:spPr/>
      <dgm:t>
        <a:bodyPr/>
        <a:lstStyle/>
        <a:p>
          <a:endParaRPr lang="en-US"/>
        </a:p>
      </dgm:t>
    </dgm:pt>
    <dgm:pt modelId="{E38640AB-D783-4DB0-B6A9-9AA6DA809296}" type="sibTrans" cxnId="{7050DADE-2397-4F0E-8163-6E5FF2CA25B4}">
      <dgm:prSet/>
      <dgm:spPr/>
      <dgm:t>
        <a:bodyPr/>
        <a:lstStyle/>
        <a:p>
          <a:endParaRPr lang="en-US"/>
        </a:p>
      </dgm:t>
    </dgm:pt>
    <dgm:pt modelId="{FB41830B-D528-4EF1-992C-56941B20706C}" type="pres">
      <dgm:prSet presAssocID="{BFA6A4E2-912C-4591-BB4E-F95CA3857702}" presName="root" presStyleCnt="0">
        <dgm:presLayoutVars>
          <dgm:dir/>
          <dgm:resizeHandles val="exact"/>
        </dgm:presLayoutVars>
      </dgm:prSet>
      <dgm:spPr/>
    </dgm:pt>
    <dgm:pt modelId="{61A486D0-BD1D-43C9-8C0D-32381BAC4B0D}" type="pres">
      <dgm:prSet presAssocID="{D3A90378-A1E5-40B8-AF59-7238D192FF39}" presName="compNode" presStyleCnt="0"/>
      <dgm:spPr/>
    </dgm:pt>
    <dgm:pt modelId="{A366D388-5187-4B83-91E0-6E344AB43643}" type="pres">
      <dgm:prSet presAssocID="{D3A90378-A1E5-40B8-AF59-7238D192FF39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51A27D5-074B-4463-AA5F-C91BAD0101FC}" type="pres">
      <dgm:prSet presAssocID="{D3A90378-A1E5-40B8-AF59-7238D192FF3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6B2853A1-4BF8-4E9F-B8E6-6704AEFC8C61}" type="pres">
      <dgm:prSet presAssocID="{D3A90378-A1E5-40B8-AF59-7238D192FF39}" presName="spaceRect" presStyleCnt="0"/>
      <dgm:spPr/>
    </dgm:pt>
    <dgm:pt modelId="{4B691EFD-B269-4CA7-932D-6797DB9C8247}" type="pres">
      <dgm:prSet presAssocID="{D3A90378-A1E5-40B8-AF59-7238D192FF39}" presName="textRect" presStyleLbl="revTx" presStyleIdx="0" presStyleCnt="5">
        <dgm:presLayoutVars>
          <dgm:chMax val="1"/>
          <dgm:chPref val="1"/>
        </dgm:presLayoutVars>
      </dgm:prSet>
      <dgm:spPr/>
    </dgm:pt>
    <dgm:pt modelId="{56A774B7-9CEF-4AB7-AEA5-3801362948B7}" type="pres">
      <dgm:prSet presAssocID="{6E59B61C-BED4-48D9-97D5-DD1C0526A682}" presName="sibTrans" presStyleCnt="0"/>
      <dgm:spPr/>
    </dgm:pt>
    <dgm:pt modelId="{7756E9F3-F9CD-4306-8BE5-744416E437A0}" type="pres">
      <dgm:prSet presAssocID="{DD844099-09D9-4176-9D09-04DC8634D869}" presName="compNode" presStyleCnt="0"/>
      <dgm:spPr/>
    </dgm:pt>
    <dgm:pt modelId="{98EA8074-91BA-4F37-8400-281BAC8B85AC}" type="pres">
      <dgm:prSet presAssocID="{DD844099-09D9-4176-9D09-04DC8634D869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CC39ADA-0AE6-4A74-86AE-7B5DCFA5AF06}" type="pres">
      <dgm:prSet presAssocID="{DD844099-09D9-4176-9D09-04DC8634D86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ind"/>
        </a:ext>
      </dgm:extLst>
    </dgm:pt>
    <dgm:pt modelId="{D40D94F4-905E-457A-A475-08862384F6D6}" type="pres">
      <dgm:prSet presAssocID="{DD844099-09D9-4176-9D09-04DC8634D869}" presName="spaceRect" presStyleCnt="0"/>
      <dgm:spPr/>
    </dgm:pt>
    <dgm:pt modelId="{D8ADCAA9-FC51-4EF4-9FF7-67F32462255F}" type="pres">
      <dgm:prSet presAssocID="{DD844099-09D9-4176-9D09-04DC8634D869}" presName="textRect" presStyleLbl="revTx" presStyleIdx="1" presStyleCnt="5">
        <dgm:presLayoutVars>
          <dgm:chMax val="1"/>
          <dgm:chPref val="1"/>
        </dgm:presLayoutVars>
      </dgm:prSet>
      <dgm:spPr/>
    </dgm:pt>
    <dgm:pt modelId="{3CB78F99-D930-4AE3-9678-60B8C8AEB5FE}" type="pres">
      <dgm:prSet presAssocID="{EC571630-960C-4F39-9324-566494290F15}" presName="sibTrans" presStyleCnt="0"/>
      <dgm:spPr/>
    </dgm:pt>
    <dgm:pt modelId="{FC8EC8C0-E71B-464F-922E-C5B89B1A8231}" type="pres">
      <dgm:prSet presAssocID="{C2760C52-BA17-481B-B990-64CA39382A85}" presName="compNode" presStyleCnt="0"/>
      <dgm:spPr/>
    </dgm:pt>
    <dgm:pt modelId="{93511C22-D1BE-4E6A-A774-854639220357}" type="pres">
      <dgm:prSet presAssocID="{C2760C52-BA17-481B-B990-64CA39382A8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7C25ED2-8DE3-491B-9855-23F6F91ECE47}" type="pres">
      <dgm:prSet presAssocID="{C2760C52-BA17-481B-B990-64CA39382A8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AE279F2E-8592-4BD7-9CC6-4696C1198298}" type="pres">
      <dgm:prSet presAssocID="{C2760C52-BA17-481B-B990-64CA39382A85}" presName="spaceRect" presStyleCnt="0"/>
      <dgm:spPr/>
    </dgm:pt>
    <dgm:pt modelId="{416B4E3C-E3B1-40FD-99B5-8458F3238C8A}" type="pres">
      <dgm:prSet presAssocID="{C2760C52-BA17-481B-B990-64CA39382A85}" presName="textRect" presStyleLbl="revTx" presStyleIdx="2" presStyleCnt="5">
        <dgm:presLayoutVars>
          <dgm:chMax val="1"/>
          <dgm:chPref val="1"/>
        </dgm:presLayoutVars>
      </dgm:prSet>
      <dgm:spPr/>
    </dgm:pt>
    <dgm:pt modelId="{6FE06377-0D57-45A7-B6CD-8A7DD547A58E}" type="pres">
      <dgm:prSet presAssocID="{8614DB98-61B4-4059-9EB1-AA88059C3409}" presName="sibTrans" presStyleCnt="0"/>
      <dgm:spPr/>
    </dgm:pt>
    <dgm:pt modelId="{D78A3DBB-82E5-490C-B301-0D08000AC7A3}" type="pres">
      <dgm:prSet presAssocID="{A59E1F80-2579-405C-8E1B-E755366AC1CA}" presName="compNode" presStyleCnt="0"/>
      <dgm:spPr/>
    </dgm:pt>
    <dgm:pt modelId="{7CE07CC9-08F1-4CF6-BE07-714FC2703C80}" type="pres">
      <dgm:prSet presAssocID="{A59E1F80-2579-405C-8E1B-E755366AC1CA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03D2A3C-1CDD-46B0-8269-0384BEACC37F}" type="pres">
      <dgm:prSet presAssocID="{A59E1F80-2579-405C-8E1B-E755366AC1C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03CB7F2-C4DB-4E4E-B86C-6F1C40BDC9E8}" type="pres">
      <dgm:prSet presAssocID="{A59E1F80-2579-405C-8E1B-E755366AC1CA}" presName="spaceRect" presStyleCnt="0"/>
      <dgm:spPr/>
    </dgm:pt>
    <dgm:pt modelId="{A2E01365-6E26-40CE-80C4-551C1E26459E}" type="pres">
      <dgm:prSet presAssocID="{A59E1F80-2579-405C-8E1B-E755366AC1CA}" presName="textRect" presStyleLbl="revTx" presStyleIdx="3" presStyleCnt="5">
        <dgm:presLayoutVars>
          <dgm:chMax val="1"/>
          <dgm:chPref val="1"/>
        </dgm:presLayoutVars>
      </dgm:prSet>
      <dgm:spPr/>
    </dgm:pt>
    <dgm:pt modelId="{A6050820-2AE8-4C1E-8B45-06C1F9A7A36F}" type="pres">
      <dgm:prSet presAssocID="{63BB04FF-92C6-4AD3-A14C-D3BA63807C8B}" presName="sibTrans" presStyleCnt="0"/>
      <dgm:spPr/>
    </dgm:pt>
    <dgm:pt modelId="{3A3C9431-5B72-4FD3-9B99-9774F8C7BA6C}" type="pres">
      <dgm:prSet presAssocID="{1D88291D-2066-41AA-83F2-C95E9A97D00A}" presName="compNode" presStyleCnt="0"/>
      <dgm:spPr/>
    </dgm:pt>
    <dgm:pt modelId="{12F373DD-BC05-4BB2-82BA-547BFC3FF142}" type="pres">
      <dgm:prSet presAssocID="{1D88291D-2066-41AA-83F2-C95E9A97D00A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3C6E861-CCF9-4923-BCC7-D8AE8240310A}" type="pres">
      <dgm:prSet presAssocID="{1D88291D-2066-41AA-83F2-C95E9A97D00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BC8D8005-5109-42A3-9898-D9DFDFD950AE}" type="pres">
      <dgm:prSet presAssocID="{1D88291D-2066-41AA-83F2-C95E9A97D00A}" presName="spaceRect" presStyleCnt="0"/>
      <dgm:spPr/>
    </dgm:pt>
    <dgm:pt modelId="{7EE269EF-7E38-4A21-98A9-338507085687}" type="pres">
      <dgm:prSet presAssocID="{1D88291D-2066-41AA-83F2-C95E9A97D00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339F501-8CCD-40AA-80D7-A3660CA9142B}" type="presOf" srcId="{D3A90378-A1E5-40B8-AF59-7238D192FF39}" destId="{4B691EFD-B269-4CA7-932D-6797DB9C8247}" srcOrd="0" destOrd="0" presId="urn:microsoft.com/office/officeart/2018/5/layout/IconLeafLabelList"/>
    <dgm:cxn modelId="{6F2AB645-2175-49D0-A3CB-7AD5B594D500}" type="presOf" srcId="{C2760C52-BA17-481B-B990-64CA39382A85}" destId="{416B4E3C-E3B1-40FD-99B5-8458F3238C8A}" srcOrd="0" destOrd="0" presId="urn:microsoft.com/office/officeart/2018/5/layout/IconLeafLabelList"/>
    <dgm:cxn modelId="{4F3C1D49-24DA-4D49-972E-A515886AC453}" type="presOf" srcId="{BFA6A4E2-912C-4591-BB4E-F95CA3857702}" destId="{FB41830B-D528-4EF1-992C-56941B20706C}" srcOrd="0" destOrd="0" presId="urn:microsoft.com/office/officeart/2018/5/layout/IconLeafLabelList"/>
    <dgm:cxn modelId="{A0053F75-D157-4322-BA48-26CBB242691A}" type="presOf" srcId="{A59E1F80-2579-405C-8E1B-E755366AC1CA}" destId="{A2E01365-6E26-40CE-80C4-551C1E26459E}" srcOrd="0" destOrd="0" presId="urn:microsoft.com/office/officeart/2018/5/layout/IconLeafLabelList"/>
    <dgm:cxn modelId="{DE84A577-9AE4-43C6-AA75-A0B399186430}" srcId="{BFA6A4E2-912C-4591-BB4E-F95CA3857702}" destId="{A59E1F80-2579-405C-8E1B-E755366AC1CA}" srcOrd="3" destOrd="0" parTransId="{0E779545-6791-402C-910E-C1B396B387F9}" sibTransId="{63BB04FF-92C6-4AD3-A14C-D3BA63807C8B}"/>
    <dgm:cxn modelId="{58F72C7D-D848-4E68-9CAD-F85F964ECC7A}" type="presOf" srcId="{DD844099-09D9-4176-9D09-04DC8634D869}" destId="{D8ADCAA9-FC51-4EF4-9FF7-67F32462255F}" srcOrd="0" destOrd="0" presId="urn:microsoft.com/office/officeart/2018/5/layout/IconLeafLabelList"/>
    <dgm:cxn modelId="{325F3290-FEA1-4F3A-B49C-E6CD86795E03}" type="presOf" srcId="{1D88291D-2066-41AA-83F2-C95E9A97D00A}" destId="{7EE269EF-7E38-4A21-98A9-338507085687}" srcOrd="0" destOrd="0" presId="urn:microsoft.com/office/officeart/2018/5/layout/IconLeafLabelList"/>
    <dgm:cxn modelId="{230BAC92-31FC-498E-97DF-D97883E83D53}" srcId="{BFA6A4E2-912C-4591-BB4E-F95CA3857702}" destId="{DD844099-09D9-4176-9D09-04DC8634D869}" srcOrd="1" destOrd="0" parTransId="{F068B28B-CE8F-4A46-A7AE-1F7838100E3C}" sibTransId="{EC571630-960C-4F39-9324-566494290F15}"/>
    <dgm:cxn modelId="{4E2CDC95-D5EE-4DA0-9D0E-4772F2D9BB37}" srcId="{BFA6A4E2-912C-4591-BB4E-F95CA3857702}" destId="{D3A90378-A1E5-40B8-AF59-7238D192FF39}" srcOrd="0" destOrd="0" parTransId="{90C99A7A-82F0-40A4-B517-385E2F6ABA77}" sibTransId="{6E59B61C-BED4-48D9-97D5-DD1C0526A682}"/>
    <dgm:cxn modelId="{B57E04AA-4EB0-48E9-B1E2-E360102AEC80}" srcId="{BFA6A4E2-912C-4591-BB4E-F95CA3857702}" destId="{C2760C52-BA17-481B-B990-64CA39382A85}" srcOrd="2" destOrd="0" parTransId="{953FDAD6-1243-47A2-8FCD-30F8326D9707}" sibTransId="{8614DB98-61B4-4059-9EB1-AA88059C3409}"/>
    <dgm:cxn modelId="{7050DADE-2397-4F0E-8163-6E5FF2CA25B4}" srcId="{BFA6A4E2-912C-4591-BB4E-F95CA3857702}" destId="{1D88291D-2066-41AA-83F2-C95E9A97D00A}" srcOrd="4" destOrd="0" parTransId="{05041D50-A712-4684-BC7B-05462493B2A0}" sibTransId="{E38640AB-D783-4DB0-B6A9-9AA6DA809296}"/>
    <dgm:cxn modelId="{81F670D7-F6B9-45CC-9F87-177B8F2AAE8A}" type="presParOf" srcId="{FB41830B-D528-4EF1-992C-56941B20706C}" destId="{61A486D0-BD1D-43C9-8C0D-32381BAC4B0D}" srcOrd="0" destOrd="0" presId="urn:microsoft.com/office/officeart/2018/5/layout/IconLeafLabelList"/>
    <dgm:cxn modelId="{B9B46D3E-D150-4086-AB02-1916F01AED32}" type="presParOf" srcId="{61A486D0-BD1D-43C9-8C0D-32381BAC4B0D}" destId="{A366D388-5187-4B83-91E0-6E344AB43643}" srcOrd="0" destOrd="0" presId="urn:microsoft.com/office/officeart/2018/5/layout/IconLeafLabelList"/>
    <dgm:cxn modelId="{0FF7FD2A-A0B6-4841-87E2-4EEE9FBBE4C7}" type="presParOf" srcId="{61A486D0-BD1D-43C9-8C0D-32381BAC4B0D}" destId="{A51A27D5-074B-4463-AA5F-C91BAD0101FC}" srcOrd="1" destOrd="0" presId="urn:microsoft.com/office/officeart/2018/5/layout/IconLeafLabelList"/>
    <dgm:cxn modelId="{D2A3DD2A-55CF-43AA-968C-2C6396C05099}" type="presParOf" srcId="{61A486D0-BD1D-43C9-8C0D-32381BAC4B0D}" destId="{6B2853A1-4BF8-4E9F-B8E6-6704AEFC8C61}" srcOrd="2" destOrd="0" presId="urn:microsoft.com/office/officeart/2018/5/layout/IconLeafLabelList"/>
    <dgm:cxn modelId="{32D2759C-76BB-4FE0-A25D-EA05A3780D1D}" type="presParOf" srcId="{61A486D0-BD1D-43C9-8C0D-32381BAC4B0D}" destId="{4B691EFD-B269-4CA7-932D-6797DB9C8247}" srcOrd="3" destOrd="0" presId="urn:microsoft.com/office/officeart/2018/5/layout/IconLeafLabelList"/>
    <dgm:cxn modelId="{57F54C1E-EC6A-41C7-B8B6-87EFEE5BB48C}" type="presParOf" srcId="{FB41830B-D528-4EF1-992C-56941B20706C}" destId="{56A774B7-9CEF-4AB7-AEA5-3801362948B7}" srcOrd="1" destOrd="0" presId="urn:microsoft.com/office/officeart/2018/5/layout/IconLeafLabelList"/>
    <dgm:cxn modelId="{A452A841-F28D-4C9C-A5C9-1AB8E137203A}" type="presParOf" srcId="{FB41830B-D528-4EF1-992C-56941B20706C}" destId="{7756E9F3-F9CD-4306-8BE5-744416E437A0}" srcOrd="2" destOrd="0" presId="urn:microsoft.com/office/officeart/2018/5/layout/IconLeafLabelList"/>
    <dgm:cxn modelId="{56E56959-7D0A-4644-BB18-CF9E09FE1F86}" type="presParOf" srcId="{7756E9F3-F9CD-4306-8BE5-744416E437A0}" destId="{98EA8074-91BA-4F37-8400-281BAC8B85AC}" srcOrd="0" destOrd="0" presId="urn:microsoft.com/office/officeart/2018/5/layout/IconLeafLabelList"/>
    <dgm:cxn modelId="{22DA4088-B737-4AEC-A4E9-2FE96FC0C96C}" type="presParOf" srcId="{7756E9F3-F9CD-4306-8BE5-744416E437A0}" destId="{BCC39ADA-0AE6-4A74-86AE-7B5DCFA5AF06}" srcOrd="1" destOrd="0" presId="urn:microsoft.com/office/officeart/2018/5/layout/IconLeafLabelList"/>
    <dgm:cxn modelId="{487ADA13-A245-42B8-895E-44D0A34B143C}" type="presParOf" srcId="{7756E9F3-F9CD-4306-8BE5-744416E437A0}" destId="{D40D94F4-905E-457A-A475-08862384F6D6}" srcOrd="2" destOrd="0" presId="urn:microsoft.com/office/officeart/2018/5/layout/IconLeafLabelList"/>
    <dgm:cxn modelId="{B7E7DBE7-2C8D-4A05-B242-2E03AD838D0E}" type="presParOf" srcId="{7756E9F3-F9CD-4306-8BE5-744416E437A0}" destId="{D8ADCAA9-FC51-4EF4-9FF7-67F32462255F}" srcOrd="3" destOrd="0" presId="urn:microsoft.com/office/officeart/2018/5/layout/IconLeafLabelList"/>
    <dgm:cxn modelId="{570A5D55-82E3-43BA-968F-97B789A588D2}" type="presParOf" srcId="{FB41830B-D528-4EF1-992C-56941B20706C}" destId="{3CB78F99-D930-4AE3-9678-60B8C8AEB5FE}" srcOrd="3" destOrd="0" presId="urn:microsoft.com/office/officeart/2018/5/layout/IconLeafLabelList"/>
    <dgm:cxn modelId="{B27DA007-FB1A-4519-980B-DAB5AA0F1F32}" type="presParOf" srcId="{FB41830B-D528-4EF1-992C-56941B20706C}" destId="{FC8EC8C0-E71B-464F-922E-C5B89B1A8231}" srcOrd="4" destOrd="0" presId="urn:microsoft.com/office/officeart/2018/5/layout/IconLeafLabelList"/>
    <dgm:cxn modelId="{05E30554-415A-44E5-B7DF-E69C29733FC3}" type="presParOf" srcId="{FC8EC8C0-E71B-464F-922E-C5B89B1A8231}" destId="{93511C22-D1BE-4E6A-A774-854639220357}" srcOrd="0" destOrd="0" presId="urn:microsoft.com/office/officeart/2018/5/layout/IconLeafLabelList"/>
    <dgm:cxn modelId="{3EDE99BF-53B7-4238-B9D3-1E22C2E49AF1}" type="presParOf" srcId="{FC8EC8C0-E71B-464F-922E-C5B89B1A8231}" destId="{E7C25ED2-8DE3-491B-9855-23F6F91ECE47}" srcOrd="1" destOrd="0" presId="urn:microsoft.com/office/officeart/2018/5/layout/IconLeafLabelList"/>
    <dgm:cxn modelId="{2F724178-8809-4D8C-928F-084A74368155}" type="presParOf" srcId="{FC8EC8C0-E71B-464F-922E-C5B89B1A8231}" destId="{AE279F2E-8592-4BD7-9CC6-4696C1198298}" srcOrd="2" destOrd="0" presId="urn:microsoft.com/office/officeart/2018/5/layout/IconLeafLabelList"/>
    <dgm:cxn modelId="{FA93EA1F-8ADE-47EE-A5C9-8AFABA5689B2}" type="presParOf" srcId="{FC8EC8C0-E71B-464F-922E-C5B89B1A8231}" destId="{416B4E3C-E3B1-40FD-99B5-8458F3238C8A}" srcOrd="3" destOrd="0" presId="urn:microsoft.com/office/officeart/2018/5/layout/IconLeafLabelList"/>
    <dgm:cxn modelId="{2A06C389-8D0E-4265-81CE-AEE575A47F2F}" type="presParOf" srcId="{FB41830B-D528-4EF1-992C-56941B20706C}" destId="{6FE06377-0D57-45A7-B6CD-8A7DD547A58E}" srcOrd="5" destOrd="0" presId="urn:microsoft.com/office/officeart/2018/5/layout/IconLeafLabelList"/>
    <dgm:cxn modelId="{D303603A-58C3-467E-BCC1-51A127E408BD}" type="presParOf" srcId="{FB41830B-D528-4EF1-992C-56941B20706C}" destId="{D78A3DBB-82E5-490C-B301-0D08000AC7A3}" srcOrd="6" destOrd="0" presId="urn:microsoft.com/office/officeart/2018/5/layout/IconLeafLabelList"/>
    <dgm:cxn modelId="{990500AB-D9AE-44A5-8B0E-6971F3C84017}" type="presParOf" srcId="{D78A3DBB-82E5-490C-B301-0D08000AC7A3}" destId="{7CE07CC9-08F1-4CF6-BE07-714FC2703C80}" srcOrd="0" destOrd="0" presId="urn:microsoft.com/office/officeart/2018/5/layout/IconLeafLabelList"/>
    <dgm:cxn modelId="{C367E38E-704E-4F6C-859D-8D6EAD88208C}" type="presParOf" srcId="{D78A3DBB-82E5-490C-B301-0D08000AC7A3}" destId="{703D2A3C-1CDD-46B0-8269-0384BEACC37F}" srcOrd="1" destOrd="0" presId="urn:microsoft.com/office/officeart/2018/5/layout/IconLeafLabelList"/>
    <dgm:cxn modelId="{A101BA66-DDA8-446F-91A0-E84C4080CABD}" type="presParOf" srcId="{D78A3DBB-82E5-490C-B301-0D08000AC7A3}" destId="{603CB7F2-C4DB-4E4E-B86C-6F1C40BDC9E8}" srcOrd="2" destOrd="0" presId="urn:microsoft.com/office/officeart/2018/5/layout/IconLeafLabelList"/>
    <dgm:cxn modelId="{63036078-4C77-4E5E-9715-DFFFBA4A379E}" type="presParOf" srcId="{D78A3DBB-82E5-490C-B301-0D08000AC7A3}" destId="{A2E01365-6E26-40CE-80C4-551C1E26459E}" srcOrd="3" destOrd="0" presId="urn:microsoft.com/office/officeart/2018/5/layout/IconLeafLabelList"/>
    <dgm:cxn modelId="{D24862AE-D72C-4B70-A126-338DBBEB737F}" type="presParOf" srcId="{FB41830B-D528-4EF1-992C-56941B20706C}" destId="{A6050820-2AE8-4C1E-8B45-06C1F9A7A36F}" srcOrd="7" destOrd="0" presId="urn:microsoft.com/office/officeart/2018/5/layout/IconLeafLabelList"/>
    <dgm:cxn modelId="{F86A7E68-B0D3-4418-AAAF-571B137E442A}" type="presParOf" srcId="{FB41830B-D528-4EF1-992C-56941B20706C}" destId="{3A3C9431-5B72-4FD3-9B99-9774F8C7BA6C}" srcOrd="8" destOrd="0" presId="urn:microsoft.com/office/officeart/2018/5/layout/IconLeafLabelList"/>
    <dgm:cxn modelId="{09A376AC-1291-4541-8980-4EF8F46A688C}" type="presParOf" srcId="{3A3C9431-5B72-4FD3-9B99-9774F8C7BA6C}" destId="{12F373DD-BC05-4BB2-82BA-547BFC3FF142}" srcOrd="0" destOrd="0" presId="urn:microsoft.com/office/officeart/2018/5/layout/IconLeafLabelList"/>
    <dgm:cxn modelId="{41DE4390-3FF9-4EE0-889D-86F3620DD3A3}" type="presParOf" srcId="{3A3C9431-5B72-4FD3-9B99-9774F8C7BA6C}" destId="{63C6E861-CCF9-4923-BCC7-D8AE8240310A}" srcOrd="1" destOrd="0" presId="urn:microsoft.com/office/officeart/2018/5/layout/IconLeafLabelList"/>
    <dgm:cxn modelId="{73DD66D9-6614-41A1-8EDE-D51E95CDED83}" type="presParOf" srcId="{3A3C9431-5B72-4FD3-9B99-9774F8C7BA6C}" destId="{BC8D8005-5109-42A3-9898-D9DFDFD950AE}" srcOrd="2" destOrd="0" presId="urn:microsoft.com/office/officeart/2018/5/layout/IconLeafLabelList"/>
    <dgm:cxn modelId="{E3534068-4CC1-4C54-90F1-2810D5B6460F}" type="presParOf" srcId="{3A3C9431-5B72-4FD3-9B99-9774F8C7BA6C}" destId="{7EE269EF-7E38-4A21-98A9-33850708568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E735D5-5811-428D-849B-B6A1DD4CE6B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9C11C5-C8EA-4953-BDB5-CAF202EA91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Allow users to dynamically switch which dimensions or measures are displayed in visuals</a:t>
          </a:r>
        </a:p>
      </dgm:t>
    </dgm:pt>
    <dgm:pt modelId="{1640053C-D258-4AF8-B4E4-BC7772ECF753}" type="parTrans" cxnId="{AC8093FA-63DA-425B-9B56-033065BCECD0}">
      <dgm:prSet/>
      <dgm:spPr/>
      <dgm:t>
        <a:bodyPr/>
        <a:lstStyle/>
        <a:p>
          <a:endParaRPr lang="en-US"/>
        </a:p>
      </dgm:t>
    </dgm:pt>
    <dgm:pt modelId="{0907E988-5497-4BB9-A280-9C23A87240D8}" type="sibTrans" cxnId="{AC8093FA-63DA-425B-9B56-033065BCECD0}">
      <dgm:prSet/>
      <dgm:spPr/>
      <dgm:t>
        <a:bodyPr/>
        <a:lstStyle/>
        <a:p>
          <a:endParaRPr lang="en-US"/>
        </a:p>
      </dgm:t>
    </dgm:pt>
    <dgm:pt modelId="{3F9C9AF5-D01A-412C-9F02-87E9003DB3E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Allow users to group measures so they can toggle displayed columns</a:t>
          </a:r>
        </a:p>
      </dgm:t>
    </dgm:pt>
    <dgm:pt modelId="{7F32FDA9-0B8B-46CA-A929-B8F186D016C5}" type="parTrans" cxnId="{AF6C74E3-6AAC-4240-8C87-956E719BB066}">
      <dgm:prSet/>
      <dgm:spPr/>
      <dgm:t>
        <a:bodyPr/>
        <a:lstStyle/>
        <a:p>
          <a:endParaRPr lang="en-US"/>
        </a:p>
      </dgm:t>
    </dgm:pt>
    <dgm:pt modelId="{7F2D458A-4C65-47D5-88CF-E1DC542074B6}" type="sibTrans" cxnId="{AF6C74E3-6AAC-4240-8C87-956E719BB066}">
      <dgm:prSet/>
      <dgm:spPr/>
      <dgm:t>
        <a:bodyPr/>
        <a:lstStyle/>
        <a:p>
          <a:endParaRPr lang="en-US"/>
        </a:p>
      </dgm:t>
    </dgm:pt>
    <dgm:pt modelId="{28267B82-0783-468D-BD68-A1A614C283CB}" type="pres">
      <dgm:prSet presAssocID="{F1E735D5-5811-428D-849B-B6A1DD4CE6BF}" presName="root" presStyleCnt="0">
        <dgm:presLayoutVars>
          <dgm:dir/>
          <dgm:resizeHandles val="exact"/>
        </dgm:presLayoutVars>
      </dgm:prSet>
      <dgm:spPr/>
    </dgm:pt>
    <dgm:pt modelId="{B79B42D9-F344-4A7E-A563-7AE8252FBFBE}" type="pres">
      <dgm:prSet presAssocID="{F59C11C5-C8EA-4953-BDB5-CAF202EA9129}" presName="compNode" presStyleCnt="0"/>
      <dgm:spPr/>
    </dgm:pt>
    <dgm:pt modelId="{F8CB7DB8-1A1C-48BF-968B-A989A0330683}" type="pres">
      <dgm:prSet presAssocID="{F59C11C5-C8EA-4953-BDB5-CAF202EA9129}" presName="iconRect" presStyleLbl="node1" presStyleIdx="0" presStyleCnt="2"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>
          <a:noFill/>
        </a:ln>
      </dgm:spPr>
    </dgm:pt>
    <dgm:pt modelId="{4B4CD78C-3C57-4711-8EE4-1FEB0B92618D}" type="pres">
      <dgm:prSet presAssocID="{F59C11C5-C8EA-4953-BDB5-CAF202EA9129}" presName="spaceRect" presStyleCnt="0"/>
      <dgm:spPr/>
    </dgm:pt>
    <dgm:pt modelId="{5A9515F9-AB49-4937-B666-0A4950981ED7}" type="pres">
      <dgm:prSet presAssocID="{F59C11C5-C8EA-4953-BDB5-CAF202EA9129}" presName="textRect" presStyleLbl="revTx" presStyleIdx="0" presStyleCnt="2">
        <dgm:presLayoutVars>
          <dgm:chMax val="1"/>
          <dgm:chPref val="1"/>
        </dgm:presLayoutVars>
      </dgm:prSet>
      <dgm:spPr/>
    </dgm:pt>
    <dgm:pt modelId="{E9406717-7B1A-4DB9-A5B8-C0F91FC44008}" type="pres">
      <dgm:prSet presAssocID="{0907E988-5497-4BB9-A280-9C23A87240D8}" presName="sibTrans" presStyleCnt="0"/>
      <dgm:spPr/>
    </dgm:pt>
    <dgm:pt modelId="{E29B2F2F-CCEF-42EE-AA1E-92A2616214A8}" type="pres">
      <dgm:prSet presAssocID="{3F9C9AF5-D01A-412C-9F02-87E9003DB3E2}" presName="compNode" presStyleCnt="0"/>
      <dgm:spPr/>
    </dgm:pt>
    <dgm:pt modelId="{F96959D0-7EE5-48BB-A1E2-BB9A302BA209}" type="pres">
      <dgm:prSet presAssocID="{3F9C9AF5-D01A-412C-9F02-87E9003DB3E2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cial network with solid fill"/>
        </a:ext>
      </dgm:extLst>
    </dgm:pt>
    <dgm:pt modelId="{A863E63D-2C48-483B-A7B1-0AD026CE384D}" type="pres">
      <dgm:prSet presAssocID="{3F9C9AF5-D01A-412C-9F02-87E9003DB3E2}" presName="spaceRect" presStyleCnt="0"/>
      <dgm:spPr/>
    </dgm:pt>
    <dgm:pt modelId="{A8BFB3C8-08A9-4E31-BB31-3861B45454B8}" type="pres">
      <dgm:prSet presAssocID="{3F9C9AF5-D01A-412C-9F02-87E9003DB3E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6AB3C14-480F-48F3-AEAE-D5DF76D0AE46}" type="presOf" srcId="{F59C11C5-C8EA-4953-BDB5-CAF202EA9129}" destId="{5A9515F9-AB49-4937-B666-0A4950981ED7}" srcOrd="0" destOrd="0" presId="urn:microsoft.com/office/officeart/2018/2/layout/IconLabelList"/>
    <dgm:cxn modelId="{85A196C1-BF15-4C25-B21E-29B04774FEF8}" type="presOf" srcId="{3F9C9AF5-D01A-412C-9F02-87E9003DB3E2}" destId="{A8BFB3C8-08A9-4E31-BB31-3861B45454B8}" srcOrd="0" destOrd="0" presId="urn:microsoft.com/office/officeart/2018/2/layout/IconLabelList"/>
    <dgm:cxn modelId="{7BED66CB-7F1F-4D57-A908-AE99C53E94C8}" type="presOf" srcId="{F1E735D5-5811-428D-849B-B6A1DD4CE6BF}" destId="{28267B82-0783-468D-BD68-A1A614C283CB}" srcOrd="0" destOrd="0" presId="urn:microsoft.com/office/officeart/2018/2/layout/IconLabelList"/>
    <dgm:cxn modelId="{AF6C74E3-6AAC-4240-8C87-956E719BB066}" srcId="{F1E735D5-5811-428D-849B-B6A1DD4CE6BF}" destId="{3F9C9AF5-D01A-412C-9F02-87E9003DB3E2}" srcOrd="1" destOrd="0" parTransId="{7F32FDA9-0B8B-46CA-A929-B8F186D016C5}" sibTransId="{7F2D458A-4C65-47D5-88CF-E1DC542074B6}"/>
    <dgm:cxn modelId="{AC8093FA-63DA-425B-9B56-033065BCECD0}" srcId="{F1E735D5-5811-428D-849B-B6A1DD4CE6BF}" destId="{F59C11C5-C8EA-4953-BDB5-CAF202EA9129}" srcOrd="0" destOrd="0" parTransId="{1640053C-D258-4AF8-B4E4-BC7772ECF753}" sibTransId="{0907E988-5497-4BB9-A280-9C23A87240D8}"/>
    <dgm:cxn modelId="{BF60D394-703B-4EF0-A737-5B8518941F90}" type="presParOf" srcId="{28267B82-0783-468D-BD68-A1A614C283CB}" destId="{B79B42D9-F344-4A7E-A563-7AE8252FBFBE}" srcOrd="0" destOrd="0" presId="urn:microsoft.com/office/officeart/2018/2/layout/IconLabelList"/>
    <dgm:cxn modelId="{2C755A8C-18C4-448F-98CE-A99F45CA7261}" type="presParOf" srcId="{B79B42D9-F344-4A7E-A563-7AE8252FBFBE}" destId="{F8CB7DB8-1A1C-48BF-968B-A989A0330683}" srcOrd="0" destOrd="0" presId="urn:microsoft.com/office/officeart/2018/2/layout/IconLabelList"/>
    <dgm:cxn modelId="{7BE35CFD-B5B5-4684-9188-9FFF2477FDAC}" type="presParOf" srcId="{B79B42D9-F344-4A7E-A563-7AE8252FBFBE}" destId="{4B4CD78C-3C57-4711-8EE4-1FEB0B92618D}" srcOrd="1" destOrd="0" presId="urn:microsoft.com/office/officeart/2018/2/layout/IconLabelList"/>
    <dgm:cxn modelId="{D743DBF3-1E89-4C34-8E5F-ABB967A76CBA}" type="presParOf" srcId="{B79B42D9-F344-4A7E-A563-7AE8252FBFBE}" destId="{5A9515F9-AB49-4937-B666-0A4950981ED7}" srcOrd="2" destOrd="0" presId="urn:microsoft.com/office/officeart/2018/2/layout/IconLabelList"/>
    <dgm:cxn modelId="{F122F681-124E-490E-9823-42AAF160BA72}" type="presParOf" srcId="{28267B82-0783-468D-BD68-A1A614C283CB}" destId="{E9406717-7B1A-4DB9-A5B8-C0F91FC44008}" srcOrd="1" destOrd="0" presId="urn:microsoft.com/office/officeart/2018/2/layout/IconLabelList"/>
    <dgm:cxn modelId="{515E637E-0562-413B-BA5F-B7BF02FEC535}" type="presParOf" srcId="{28267B82-0783-468D-BD68-A1A614C283CB}" destId="{E29B2F2F-CCEF-42EE-AA1E-92A2616214A8}" srcOrd="2" destOrd="0" presId="urn:microsoft.com/office/officeart/2018/2/layout/IconLabelList"/>
    <dgm:cxn modelId="{EAA91E8A-6B53-41D6-A4D0-D6C5B27EA8B1}" type="presParOf" srcId="{E29B2F2F-CCEF-42EE-AA1E-92A2616214A8}" destId="{F96959D0-7EE5-48BB-A1E2-BB9A302BA209}" srcOrd="0" destOrd="0" presId="urn:microsoft.com/office/officeart/2018/2/layout/IconLabelList"/>
    <dgm:cxn modelId="{5DE7988F-4365-4AC2-A7AA-F6DF246991DC}" type="presParOf" srcId="{E29B2F2F-CCEF-42EE-AA1E-92A2616214A8}" destId="{A863E63D-2C48-483B-A7B1-0AD026CE384D}" srcOrd="1" destOrd="0" presId="urn:microsoft.com/office/officeart/2018/2/layout/IconLabelList"/>
    <dgm:cxn modelId="{ECF2D707-D4A5-4FE2-B418-5FDB0E9D4237}" type="presParOf" srcId="{E29B2F2F-CCEF-42EE-AA1E-92A2616214A8}" destId="{A8BFB3C8-08A9-4E31-BB31-3861B45454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999FE2-5F44-40E9-982E-ED93A9B4024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CCB549D-113D-46F2-8F87-F99B22E63B7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Self-service analysis</a:t>
          </a:r>
          <a:endParaRPr lang="en-US" dirty="0"/>
        </a:p>
      </dgm:t>
    </dgm:pt>
    <dgm:pt modelId="{13167BEA-4ECD-40B0-AC43-17E5970FB235}" type="parTrans" cxnId="{870115C3-9CED-48FC-AB45-A0E3E42A8ABE}">
      <dgm:prSet/>
      <dgm:spPr/>
      <dgm:t>
        <a:bodyPr/>
        <a:lstStyle/>
        <a:p>
          <a:endParaRPr lang="en-US"/>
        </a:p>
      </dgm:t>
    </dgm:pt>
    <dgm:pt modelId="{5FEFAFFD-2311-4DC2-8FF4-08ECFD377644}" type="sibTrans" cxnId="{870115C3-9CED-48FC-AB45-A0E3E42A8ABE}">
      <dgm:prSet/>
      <dgm:spPr/>
      <dgm:t>
        <a:bodyPr/>
        <a:lstStyle/>
        <a:p>
          <a:endParaRPr lang="en-US"/>
        </a:p>
      </dgm:t>
    </dgm:pt>
    <dgm:pt modelId="{3A578032-D2B0-4A3D-BE61-1EECCCCCA69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Greater report flexibility</a:t>
          </a:r>
          <a:r>
            <a:rPr lang="en-US" dirty="0"/>
            <a:t> </a:t>
          </a:r>
        </a:p>
      </dgm:t>
    </dgm:pt>
    <dgm:pt modelId="{41B9BABE-B93B-4659-B25D-BBBA40310AEA}" type="parTrans" cxnId="{22B2AA01-F4D9-4869-819A-2C0DFF16C3D4}">
      <dgm:prSet/>
      <dgm:spPr/>
      <dgm:t>
        <a:bodyPr/>
        <a:lstStyle/>
        <a:p>
          <a:endParaRPr lang="en-US"/>
        </a:p>
      </dgm:t>
    </dgm:pt>
    <dgm:pt modelId="{D64F8E85-3AAD-4895-8A51-84B20430A22F}" type="sibTrans" cxnId="{22B2AA01-F4D9-4869-819A-2C0DFF16C3D4}">
      <dgm:prSet/>
      <dgm:spPr/>
      <dgm:t>
        <a:bodyPr/>
        <a:lstStyle/>
        <a:p>
          <a:endParaRPr lang="en-US"/>
        </a:p>
      </dgm:t>
    </dgm:pt>
    <dgm:pt modelId="{CCC397A0-3DF5-442A-B32D-D34C63D19D1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Consistent user experience</a:t>
          </a:r>
          <a:r>
            <a:rPr lang="en-US" dirty="0"/>
            <a:t> </a:t>
          </a:r>
        </a:p>
      </dgm:t>
    </dgm:pt>
    <dgm:pt modelId="{8D21C89A-B0EA-4ACD-AE07-B1045C1E4587}" type="parTrans" cxnId="{EE0E851C-BAC3-4748-A8B2-51F038990136}">
      <dgm:prSet/>
      <dgm:spPr/>
      <dgm:t>
        <a:bodyPr/>
        <a:lstStyle/>
        <a:p>
          <a:endParaRPr lang="en-US"/>
        </a:p>
      </dgm:t>
    </dgm:pt>
    <dgm:pt modelId="{ED451163-CC18-41BD-847E-DCB881D42320}" type="sibTrans" cxnId="{EE0E851C-BAC3-4748-A8B2-51F038990136}">
      <dgm:prSet/>
      <dgm:spPr/>
      <dgm:t>
        <a:bodyPr/>
        <a:lstStyle/>
        <a:p>
          <a:endParaRPr lang="en-US"/>
        </a:p>
      </dgm:t>
    </dgm:pt>
    <dgm:pt modelId="{4B661432-18C7-41ED-A6F6-A018B3A080E4}">
      <dgm:prSet phldrT="[Text]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Scalability</a:t>
          </a:r>
          <a:endParaRPr lang="en-US" dirty="0"/>
        </a:p>
      </dgm:t>
    </dgm:pt>
    <dgm:pt modelId="{3B0312F5-80D6-466A-BADE-FFE0FB4E8119}" type="parTrans" cxnId="{63CBD793-F5C1-4BB7-A5B4-49AB15B6D054}">
      <dgm:prSet/>
      <dgm:spPr/>
      <dgm:t>
        <a:bodyPr/>
        <a:lstStyle/>
        <a:p>
          <a:endParaRPr lang="en-US"/>
        </a:p>
      </dgm:t>
    </dgm:pt>
    <dgm:pt modelId="{6C4AFBCD-54AC-4895-A561-EFE9277A8BB9}" type="sibTrans" cxnId="{63CBD793-F5C1-4BB7-A5B4-49AB15B6D054}">
      <dgm:prSet/>
      <dgm:spPr/>
      <dgm:t>
        <a:bodyPr/>
        <a:lstStyle/>
        <a:p>
          <a:endParaRPr lang="en-US"/>
        </a:p>
      </dgm:t>
    </dgm:pt>
    <dgm:pt modelId="{FBF5FB5C-3B5A-4A7B-9548-D5D51A3C3A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Fewer visuals to maintain</a:t>
          </a:r>
          <a:endParaRPr lang="en-US" dirty="0"/>
        </a:p>
      </dgm:t>
    </dgm:pt>
    <dgm:pt modelId="{AFB1B033-7C43-4A8C-A604-0FF1F7E9F1F1}" type="parTrans" cxnId="{9377342B-C255-4CBA-8312-76B49A89517A}">
      <dgm:prSet/>
      <dgm:spPr/>
      <dgm:t>
        <a:bodyPr/>
        <a:lstStyle/>
        <a:p>
          <a:endParaRPr lang="en-US"/>
        </a:p>
      </dgm:t>
    </dgm:pt>
    <dgm:pt modelId="{C7F3FED3-03AB-45C5-8682-F1696BEC4825}" type="sibTrans" cxnId="{9377342B-C255-4CBA-8312-76B49A89517A}">
      <dgm:prSet/>
      <dgm:spPr/>
      <dgm:t>
        <a:bodyPr/>
        <a:lstStyle/>
        <a:p>
          <a:endParaRPr lang="en-US"/>
        </a:p>
      </dgm:t>
    </dgm:pt>
    <dgm:pt modelId="{4258A12B-6CF5-4C36-8E98-726C470254F1}" type="pres">
      <dgm:prSet presAssocID="{28999FE2-5F44-40E9-982E-ED93A9B40244}" presName="root" presStyleCnt="0">
        <dgm:presLayoutVars>
          <dgm:dir/>
          <dgm:resizeHandles val="exact"/>
        </dgm:presLayoutVars>
      </dgm:prSet>
      <dgm:spPr/>
    </dgm:pt>
    <dgm:pt modelId="{9A5668AE-5F23-4505-9256-6C9FC8E5671E}" type="pres">
      <dgm:prSet presAssocID="{CCCB549D-113D-46F2-8F87-F99B22E63B75}" presName="compNode" presStyleCnt="0"/>
      <dgm:spPr/>
    </dgm:pt>
    <dgm:pt modelId="{8D0E8FE6-90AA-4021-A094-E3B02B21C832}" type="pres">
      <dgm:prSet presAssocID="{CCCB549D-113D-46F2-8F87-F99B22E63B75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6A12928-57BE-42A6-B1A4-946A214099B8}" type="pres">
      <dgm:prSet presAssocID="{CCCB549D-113D-46F2-8F87-F99B22E63B75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D428FBF-4BC4-44FB-B4D6-5AE304EA91D2}" type="pres">
      <dgm:prSet presAssocID="{CCCB549D-113D-46F2-8F87-F99B22E63B75}" presName="spaceRect" presStyleCnt="0"/>
      <dgm:spPr/>
    </dgm:pt>
    <dgm:pt modelId="{3507853B-9323-459C-A844-2D01198B8BDE}" type="pres">
      <dgm:prSet presAssocID="{CCCB549D-113D-46F2-8F87-F99B22E63B75}" presName="textRect" presStyleLbl="revTx" presStyleIdx="0" presStyleCnt="5">
        <dgm:presLayoutVars>
          <dgm:chMax val="1"/>
          <dgm:chPref val="1"/>
        </dgm:presLayoutVars>
      </dgm:prSet>
      <dgm:spPr/>
    </dgm:pt>
    <dgm:pt modelId="{4C9C8AE0-5590-43A7-8640-55831E4CEE22}" type="pres">
      <dgm:prSet presAssocID="{5FEFAFFD-2311-4DC2-8FF4-08ECFD377644}" presName="sibTrans" presStyleCnt="0"/>
      <dgm:spPr/>
    </dgm:pt>
    <dgm:pt modelId="{1EED4D0B-8558-424F-A2B7-7E6BEAA53A85}" type="pres">
      <dgm:prSet presAssocID="{FBF5FB5C-3B5A-4A7B-9548-D5D51A3C3AB9}" presName="compNode" presStyleCnt="0"/>
      <dgm:spPr/>
    </dgm:pt>
    <dgm:pt modelId="{3ED68D09-5FEF-45F3-B9DE-1107A224B0F5}" type="pres">
      <dgm:prSet presAssocID="{FBF5FB5C-3B5A-4A7B-9548-D5D51A3C3AB9}" presName="iconBgRect" presStyleLbl="bgShp" presStyleIdx="1" presStyleCnt="5" custLinFactNeighborX="-867" custLinFactNeighborY="-398"/>
      <dgm:spPr>
        <a:prstGeom prst="round2DiagRect">
          <a:avLst>
            <a:gd name="adj1" fmla="val 29727"/>
            <a:gd name="adj2" fmla="val 0"/>
          </a:avLst>
        </a:prstGeom>
      </dgm:spPr>
    </dgm:pt>
    <dgm:pt modelId="{977E824F-ADBC-4C61-812F-51F63F0904FB}" type="pres">
      <dgm:prSet presAssocID="{FBF5FB5C-3B5A-4A7B-9548-D5D51A3C3AB9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rench with solid fill"/>
        </a:ext>
      </dgm:extLst>
    </dgm:pt>
    <dgm:pt modelId="{460599BF-9BAA-42EB-A15B-D688445F2BCD}" type="pres">
      <dgm:prSet presAssocID="{FBF5FB5C-3B5A-4A7B-9548-D5D51A3C3AB9}" presName="spaceRect" presStyleCnt="0"/>
      <dgm:spPr/>
    </dgm:pt>
    <dgm:pt modelId="{B206CC3E-F3E1-4716-8E09-D4FC697CD820}" type="pres">
      <dgm:prSet presAssocID="{FBF5FB5C-3B5A-4A7B-9548-D5D51A3C3AB9}" presName="textRect" presStyleLbl="revTx" presStyleIdx="1" presStyleCnt="5">
        <dgm:presLayoutVars>
          <dgm:chMax val="1"/>
          <dgm:chPref val="1"/>
        </dgm:presLayoutVars>
      </dgm:prSet>
      <dgm:spPr/>
    </dgm:pt>
    <dgm:pt modelId="{BEFECDC4-DE1E-4498-B683-604A3F9870A0}" type="pres">
      <dgm:prSet presAssocID="{C7F3FED3-03AB-45C5-8682-F1696BEC4825}" presName="sibTrans" presStyleCnt="0"/>
      <dgm:spPr/>
    </dgm:pt>
    <dgm:pt modelId="{96541036-68D1-406F-857D-53CDDF5D3AB7}" type="pres">
      <dgm:prSet presAssocID="{3A578032-D2B0-4A3D-BE61-1EECCCCCA69A}" presName="compNode" presStyleCnt="0"/>
      <dgm:spPr/>
    </dgm:pt>
    <dgm:pt modelId="{6859F11E-9600-4167-BE3B-BA92819DBA9C}" type="pres">
      <dgm:prSet presAssocID="{3A578032-D2B0-4A3D-BE61-1EECCCCCA69A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3AB8FB1-9A38-47C1-987E-AA789AB9C72D}" type="pres">
      <dgm:prSet presAssocID="{3A578032-D2B0-4A3D-BE61-1EECCCCCA69A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oga with solid fill"/>
        </a:ext>
      </dgm:extLst>
    </dgm:pt>
    <dgm:pt modelId="{0307135F-A0A1-46A8-955B-14735CAC2645}" type="pres">
      <dgm:prSet presAssocID="{3A578032-D2B0-4A3D-BE61-1EECCCCCA69A}" presName="spaceRect" presStyleCnt="0"/>
      <dgm:spPr/>
    </dgm:pt>
    <dgm:pt modelId="{C4FEBA38-904C-4C9A-AB9F-3A791C0E0D52}" type="pres">
      <dgm:prSet presAssocID="{3A578032-D2B0-4A3D-BE61-1EECCCCCA69A}" presName="textRect" presStyleLbl="revTx" presStyleIdx="2" presStyleCnt="5">
        <dgm:presLayoutVars>
          <dgm:chMax val="1"/>
          <dgm:chPref val="1"/>
        </dgm:presLayoutVars>
      </dgm:prSet>
      <dgm:spPr/>
    </dgm:pt>
    <dgm:pt modelId="{406E7949-EFFE-4A01-B351-D61B3A5F5A16}" type="pres">
      <dgm:prSet presAssocID="{D64F8E85-3AAD-4895-8A51-84B20430A22F}" presName="sibTrans" presStyleCnt="0"/>
      <dgm:spPr/>
    </dgm:pt>
    <dgm:pt modelId="{73AEB3B8-5C99-4334-8120-3FE2264BFE65}" type="pres">
      <dgm:prSet presAssocID="{CCC397A0-3DF5-442A-B32D-D34C63D19D14}" presName="compNode" presStyleCnt="0"/>
      <dgm:spPr/>
    </dgm:pt>
    <dgm:pt modelId="{3062F985-3526-43B3-B10B-532DA44DD592}" type="pres">
      <dgm:prSet presAssocID="{CCC397A0-3DF5-442A-B32D-D34C63D19D14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969E2B1-87A7-4482-A7C5-47F7CF69741F}" type="pres">
      <dgm:prSet presAssocID="{CCC397A0-3DF5-442A-B32D-D34C63D19D1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16A95F33-C888-4892-A1F0-2051537DD48E}" type="pres">
      <dgm:prSet presAssocID="{CCC397A0-3DF5-442A-B32D-D34C63D19D14}" presName="spaceRect" presStyleCnt="0"/>
      <dgm:spPr/>
    </dgm:pt>
    <dgm:pt modelId="{0682F90A-7BCE-4310-90BD-A3A4049DE377}" type="pres">
      <dgm:prSet presAssocID="{CCC397A0-3DF5-442A-B32D-D34C63D19D14}" presName="textRect" presStyleLbl="revTx" presStyleIdx="3" presStyleCnt="5">
        <dgm:presLayoutVars>
          <dgm:chMax val="1"/>
          <dgm:chPref val="1"/>
        </dgm:presLayoutVars>
      </dgm:prSet>
      <dgm:spPr/>
    </dgm:pt>
    <dgm:pt modelId="{349E27C8-12BA-4016-A25F-E6E7574A0AC3}" type="pres">
      <dgm:prSet presAssocID="{ED451163-CC18-41BD-847E-DCB881D42320}" presName="sibTrans" presStyleCnt="0"/>
      <dgm:spPr/>
    </dgm:pt>
    <dgm:pt modelId="{13B9074E-DB7D-4635-9DB9-386E968327F9}" type="pres">
      <dgm:prSet presAssocID="{4B661432-18C7-41ED-A6F6-A018B3A080E4}" presName="compNode" presStyleCnt="0"/>
      <dgm:spPr/>
    </dgm:pt>
    <dgm:pt modelId="{CD986303-21D1-4E51-BB15-B86D9EF27FC8}" type="pres">
      <dgm:prSet presAssocID="{4B661432-18C7-41ED-A6F6-A018B3A080E4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0F74011-C893-4BBC-90BC-ED9884BB7C76}" type="pres">
      <dgm:prSet presAssocID="{4B661432-18C7-41ED-A6F6-A018B3A080E4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 with solid fill"/>
        </a:ext>
      </dgm:extLst>
    </dgm:pt>
    <dgm:pt modelId="{2DF53820-C00D-4050-AF3A-AD4C2907990D}" type="pres">
      <dgm:prSet presAssocID="{4B661432-18C7-41ED-A6F6-A018B3A080E4}" presName="spaceRect" presStyleCnt="0"/>
      <dgm:spPr/>
    </dgm:pt>
    <dgm:pt modelId="{C5B8EFB9-62A4-40F6-86C5-69834B68068A}" type="pres">
      <dgm:prSet presAssocID="{4B661432-18C7-41ED-A6F6-A018B3A080E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2B2AA01-F4D9-4869-819A-2C0DFF16C3D4}" srcId="{28999FE2-5F44-40E9-982E-ED93A9B40244}" destId="{3A578032-D2B0-4A3D-BE61-1EECCCCCA69A}" srcOrd="2" destOrd="0" parTransId="{41B9BABE-B93B-4659-B25D-BBBA40310AEA}" sibTransId="{D64F8E85-3AAD-4895-8A51-84B20430A22F}"/>
    <dgm:cxn modelId="{1C773012-C41D-4622-8197-083111D56F41}" type="presOf" srcId="{28999FE2-5F44-40E9-982E-ED93A9B40244}" destId="{4258A12B-6CF5-4C36-8E98-726C470254F1}" srcOrd="0" destOrd="0" presId="urn:microsoft.com/office/officeart/2018/5/layout/IconLeafLabelList"/>
    <dgm:cxn modelId="{EE0E851C-BAC3-4748-A8B2-51F038990136}" srcId="{28999FE2-5F44-40E9-982E-ED93A9B40244}" destId="{CCC397A0-3DF5-442A-B32D-D34C63D19D14}" srcOrd="3" destOrd="0" parTransId="{8D21C89A-B0EA-4ACD-AE07-B1045C1E4587}" sibTransId="{ED451163-CC18-41BD-847E-DCB881D42320}"/>
    <dgm:cxn modelId="{9377342B-C255-4CBA-8312-76B49A89517A}" srcId="{28999FE2-5F44-40E9-982E-ED93A9B40244}" destId="{FBF5FB5C-3B5A-4A7B-9548-D5D51A3C3AB9}" srcOrd="1" destOrd="0" parTransId="{AFB1B033-7C43-4A8C-A604-0FF1F7E9F1F1}" sibTransId="{C7F3FED3-03AB-45C5-8682-F1696BEC4825}"/>
    <dgm:cxn modelId="{9EFF183D-E3F3-4ED2-AD78-ACEE117B7FA7}" type="presOf" srcId="{CCC397A0-3DF5-442A-B32D-D34C63D19D14}" destId="{0682F90A-7BCE-4310-90BD-A3A4049DE377}" srcOrd="0" destOrd="0" presId="urn:microsoft.com/office/officeart/2018/5/layout/IconLeafLabelList"/>
    <dgm:cxn modelId="{63CBD793-F5C1-4BB7-A5B4-49AB15B6D054}" srcId="{28999FE2-5F44-40E9-982E-ED93A9B40244}" destId="{4B661432-18C7-41ED-A6F6-A018B3A080E4}" srcOrd="4" destOrd="0" parTransId="{3B0312F5-80D6-466A-BADE-FFE0FB4E8119}" sibTransId="{6C4AFBCD-54AC-4895-A561-EFE9277A8BB9}"/>
    <dgm:cxn modelId="{EA83A3BA-B301-4A65-883B-9BCCF149169F}" type="presOf" srcId="{FBF5FB5C-3B5A-4A7B-9548-D5D51A3C3AB9}" destId="{B206CC3E-F3E1-4716-8E09-D4FC697CD820}" srcOrd="0" destOrd="0" presId="urn:microsoft.com/office/officeart/2018/5/layout/IconLeafLabelList"/>
    <dgm:cxn modelId="{870115C3-9CED-48FC-AB45-A0E3E42A8ABE}" srcId="{28999FE2-5F44-40E9-982E-ED93A9B40244}" destId="{CCCB549D-113D-46F2-8F87-F99B22E63B75}" srcOrd="0" destOrd="0" parTransId="{13167BEA-4ECD-40B0-AC43-17E5970FB235}" sibTransId="{5FEFAFFD-2311-4DC2-8FF4-08ECFD377644}"/>
    <dgm:cxn modelId="{08F3C2DC-7ACD-4E50-9FFD-2C776FB1AD7D}" type="presOf" srcId="{4B661432-18C7-41ED-A6F6-A018B3A080E4}" destId="{C5B8EFB9-62A4-40F6-86C5-69834B68068A}" srcOrd="0" destOrd="0" presId="urn:microsoft.com/office/officeart/2018/5/layout/IconLeafLabelList"/>
    <dgm:cxn modelId="{23E326EC-ABBB-48CA-A7CE-A5BEC2D1FFBA}" type="presOf" srcId="{3A578032-D2B0-4A3D-BE61-1EECCCCCA69A}" destId="{C4FEBA38-904C-4C9A-AB9F-3A791C0E0D52}" srcOrd="0" destOrd="0" presId="urn:microsoft.com/office/officeart/2018/5/layout/IconLeafLabelList"/>
    <dgm:cxn modelId="{D6C41FF7-5B3A-4645-BB87-A700CC428ECF}" type="presOf" srcId="{CCCB549D-113D-46F2-8F87-F99B22E63B75}" destId="{3507853B-9323-459C-A844-2D01198B8BDE}" srcOrd="0" destOrd="0" presId="urn:microsoft.com/office/officeart/2018/5/layout/IconLeafLabelList"/>
    <dgm:cxn modelId="{6518A057-1B8A-40A2-95AD-78B6E8415824}" type="presParOf" srcId="{4258A12B-6CF5-4C36-8E98-726C470254F1}" destId="{9A5668AE-5F23-4505-9256-6C9FC8E5671E}" srcOrd="0" destOrd="0" presId="urn:microsoft.com/office/officeart/2018/5/layout/IconLeafLabelList"/>
    <dgm:cxn modelId="{A8A4BF93-8C61-4638-B3BB-72BFD4AC83FC}" type="presParOf" srcId="{9A5668AE-5F23-4505-9256-6C9FC8E5671E}" destId="{8D0E8FE6-90AA-4021-A094-E3B02B21C832}" srcOrd="0" destOrd="0" presId="urn:microsoft.com/office/officeart/2018/5/layout/IconLeafLabelList"/>
    <dgm:cxn modelId="{E17CFB39-5694-4D94-B18A-2156FD5A9A36}" type="presParOf" srcId="{9A5668AE-5F23-4505-9256-6C9FC8E5671E}" destId="{F6A12928-57BE-42A6-B1A4-946A214099B8}" srcOrd="1" destOrd="0" presId="urn:microsoft.com/office/officeart/2018/5/layout/IconLeafLabelList"/>
    <dgm:cxn modelId="{6C0D8D84-BB56-4BBC-B767-B2CE011E462A}" type="presParOf" srcId="{9A5668AE-5F23-4505-9256-6C9FC8E5671E}" destId="{0D428FBF-4BC4-44FB-B4D6-5AE304EA91D2}" srcOrd="2" destOrd="0" presId="urn:microsoft.com/office/officeart/2018/5/layout/IconLeafLabelList"/>
    <dgm:cxn modelId="{C34708F1-3849-4907-9714-A273B24A341C}" type="presParOf" srcId="{9A5668AE-5F23-4505-9256-6C9FC8E5671E}" destId="{3507853B-9323-459C-A844-2D01198B8BDE}" srcOrd="3" destOrd="0" presId="urn:microsoft.com/office/officeart/2018/5/layout/IconLeafLabelList"/>
    <dgm:cxn modelId="{9D806F3C-6456-486C-9BFA-076197D07FD3}" type="presParOf" srcId="{4258A12B-6CF5-4C36-8E98-726C470254F1}" destId="{4C9C8AE0-5590-43A7-8640-55831E4CEE22}" srcOrd="1" destOrd="0" presId="urn:microsoft.com/office/officeart/2018/5/layout/IconLeafLabelList"/>
    <dgm:cxn modelId="{AA49859B-14CB-43E6-B888-A4CAF8FF5B84}" type="presParOf" srcId="{4258A12B-6CF5-4C36-8E98-726C470254F1}" destId="{1EED4D0B-8558-424F-A2B7-7E6BEAA53A85}" srcOrd="2" destOrd="0" presId="urn:microsoft.com/office/officeart/2018/5/layout/IconLeafLabelList"/>
    <dgm:cxn modelId="{0B68623C-B412-4961-BDC2-975CCDEFDC80}" type="presParOf" srcId="{1EED4D0B-8558-424F-A2B7-7E6BEAA53A85}" destId="{3ED68D09-5FEF-45F3-B9DE-1107A224B0F5}" srcOrd="0" destOrd="0" presId="urn:microsoft.com/office/officeart/2018/5/layout/IconLeafLabelList"/>
    <dgm:cxn modelId="{AF1F75CD-E509-4311-A1E5-7898153C0D37}" type="presParOf" srcId="{1EED4D0B-8558-424F-A2B7-7E6BEAA53A85}" destId="{977E824F-ADBC-4C61-812F-51F63F0904FB}" srcOrd="1" destOrd="0" presId="urn:microsoft.com/office/officeart/2018/5/layout/IconLeafLabelList"/>
    <dgm:cxn modelId="{91AEA18E-F0AD-41B3-8937-CF2FD47195BD}" type="presParOf" srcId="{1EED4D0B-8558-424F-A2B7-7E6BEAA53A85}" destId="{460599BF-9BAA-42EB-A15B-D688445F2BCD}" srcOrd="2" destOrd="0" presId="urn:microsoft.com/office/officeart/2018/5/layout/IconLeafLabelList"/>
    <dgm:cxn modelId="{F5EB835B-AA5C-4FB2-9799-1ADBE63CDCB7}" type="presParOf" srcId="{1EED4D0B-8558-424F-A2B7-7E6BEAA53A85}" destId="{B206CC3E-F3E1-4716-8E09-D4FC697CD820}" srcOrd="3" destOrd="0" presId="urn:microsoft.com/office/officeart/2018/5/layout/IconLeafLabelList"/>
    <dgm:cxn modelId="{5C98E54E-8422-4BC6-A57F-ADF33AC0248F}" type="presParOf" srcId="{4258A12B-6CF5-4C36-8E98-726C470254F1}" destId="{BEFECDC4-DE1E-4498-B683-604A3F9870A0}" srcOrd="3" destOrd="0" presId="urn:microsoft.com/office/officeart/2018/5/layout/IconLeafLabelList"/>
    <dgm:cxn modelId="{F8CCACCA-217C-43A6-BACA-E949EB50C1EE}" type="presParOf" srcId="{4258A12B-6CF5-4C36-8E98-726C470254F1}" destId="{96541036-68D1-406F-857D-53CDDF5D3AB7}" srcOrd="4" destOrd="0" presId="urn:microsoft.com/office/officeart/2018/5/layout/IconLeafLabelList"/>
    <dgm:cxn modelId="{A90C9A14-7897-4594-BAC4-1815AFC27E80}" type="presParOf" srcId="{96541036-68D1-406F-857D-53CDDF5D3AB7}" destId="{6859F11E-9600-4167-BE3B-BA92819DBA9C}" srcOrd="0" destOrd="0" presId="urn:microsoft.com/office/officeart/2018/5/layout/IconLeafLabelList"/>
    <dgm:cxn modelId="{3DE2A7F5-348D-40B2-8C33-33A054CB7075}" type="presParOf" srcId="{96541036-68D1-406F-857D-53CDDF5D3AB7}" destId="{63AB8FB1-9A38-47C1-987E-AA789AB9C72D}" srcOrd="1" destOrd="0" presId="urn:microsoft.com/office/officeart/2018/5/layout/IconLeafLabelList"/>
    <dgm:cxn modelId="{4817E6EE-5143-4B84-8BEF-5BE266D87612}" type="presParOf" srcId="{96541036-68D1-406F-857D-53CDDF5D3AB7}" destId="{0307135F-A0A1-46A8-955B-14735CAC2645}" srcOrd="2" destOrd="0" presId="urn:microsoft.com/office/officeart/2018/5/layout/IconLeafLabelList"/>
    <dgm:cxn modelId="{11AC0A65-1699-4C21-8074-5331CCB52BFE}" type="presParOf" srcId="{96541036-68D1-406F-857D-53CDDF5D3AB7}" destId="{C4FEBA38-904C-4C9A-AB9F-3A791C0E0D52}" srcOrd="3" destOrd="0" presId="urn:microsoft.com/office/officeart/2018/5/layout/IconLeafLabelList"/>
    <dgm:cxn modelId="{6813D7F8-F429-4194-83AE-12DD5A4E31DF}" type="presParOf" srcId="{4258A12B-6CF5-4C36-8E98-726C470254F1}" destId="{406E7949-EFFE-4A01-B351-D61B3A5F5A16}" srcOrd="5" destOrd="0" presId="urn:microsoft.com/office/officeart/2018/5/layout/IconLeafLabelList"/>
    <dgm:cxn modelId="{799447D5-40DC-48BC-9703-FAB41EA7AFEB}" type="presParOf" srcId="{4258A12B-6CF5-4C36-8E98-726C470254F1}" destId="{73AEB3B8-5C99-4334-8120-3FE2264BFE65}" srcOrd="6" destOrd="0" presId="urn:microsoft.com/office/officeart/2018/5/layout/IconLeafLabelList"/>
    <dgm:cxn modelId="{EF2B484E-C90E-4A06-B988-697338628DD8}" type="presParOf" srcId="{73AEB3B8-5C99-4334-8120-3FE2264BFE65}" destId="{3062F985-3526-43B3-B10B-532DA44DD592}" srcOrd="0" destOrd="0" presId="urn:microsoft.com/office/officeart/2018/5/layout/IconLeafLabelList"/>
    <dgm:cxn modelId="{6152993A-70C1-404C-B469-9E21BA5A2B76}" type="presParOf" srcId="{73AEB3B8-5C99-4334-8120-3FE2264BFE65}" destId="{6969E2B1-87A7-4482-A7C5-47F7CF69741F}" srcOrd="1" destOrd="0" presId="urn:microsoft.com/office/officeart/2018/5/layout/IconLeafLabelList"/>
    <dgm:cxn modelId="{9230132A-86BC-477F-B466-70B289F2E30D}" type="presParOf" srcId="{73AEB3B8-5C99-4334-8120-3FE2264BFE65}" destId="{16A95F33-C888-4892-A1F0-2051537DD48E}" srcOrd="2" destOrd="0" presId="urn:microsoft.com/office/officeart/2018/5/layout/IconLeafLabelList"/>
    <dgm:cxn modelId="{810A29EB-C90E-4FAE-8797-80196B145D9D}" type="presParOf" srcId="{73AEB3B8-5C99-4334-8120-3FE2264BFE65}" destId="{0682F90A-7BCE-4310-90BD-A3A4049DE377}" srcOrd="3" destOrd="0" presId="urn:microsoft.com/office/officeart/2018/5/layout/IconLeafLabelList"/>
    <dgm:cxn modelId="{70C383EF-B21A-44F5-9EC8-0185BCADC02F}" type="presParOf" srcId="{4258A12B-6CF5-4C36-8E98-726C470254F1}" destId="{349E27C8-12BA-4016-A25F-E6E7574A0AC3}" srcOrd="7" destOrd="0" presId="urn:microsoft.com/office/officeart/2018/5/layout/IconLeafLabelList"/>
    <dgm:cxn modelId="{2CCB17CE-C1DD-4B1D-81F9-13BB7B68AEFD}" type="presParOf" srcId="{4258A12B-6CF5-4C36-8E98-726C470254F1}" destId="{13B9074E-DB7D-4635-9DB9-386E968327F9}" srcOrd="8" destOrd="0" presId="urn:microsoft.com/office/officeart/2018/5/layout/IconLeafLabelList"/>
    <dgm:cxn modelId="{E470FA1C-92EA-4953-AE3C-7A4C04E177F7}" type="presParOf" srcId="{13B9074E-DB7D-4635-9DB9-386E968327F9}" destId="{CD986303-21D1-4E51-BB15-B86D9EF27FC8}" srcOrd="0" destOrd="0" presId="urn:microsoft.com/office/officeart/2018/5/layout/IconLeafLabelList"/>
    <dgm:cxn modelId="{59ECA40C-81D7-4645-B041-9A011B03B6E0}" type="presParOf" srcId="{13B9074E-DB7D-4635-9DB9-386E968327F9}" destId="{30F74011-C893-4BBC-90BC-ED9884BB7C76}" srcOrd="1" destOrd="0" presId="urn:microsoft.com/office/officeart/2018/5/layout/IconLeafLabelList"/>
    <dgm:cxn modelId="{EB02641B-0B7F-4BBA-807E-BCCA369431D5}" type="presParOf" srcId="{13B9074E-DB7D-4635-9DB9-386E968327F9}" destId="{2DF53820-C00D-4050-AF3A-AD4C2907990D}" srcOrd="2" destOrd="0" presId="urn:microsoft.com/office/officeart/2018/5/layout/IconLeafLabelList"/>
    <dgm:cxn modelId="{BF351215-B8BF-404E-B1C2-38551E203DB2}" type="presParOf" srcId="{13B9074E-DB7D-4635-9DB9-386E968327F9}" destId="{C5B8EFB9-62A4-40F6-86C5-69834B68068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B7DB8-1A1C-48BF-968B-A989A0330683}">
      <dsp:nvSpPr>
        <dsp:cNvPr id="0" name=""/>
        <dsp:cNvSpPr/>
      </dsp:nvSpPr>
      <dsp:spPr>
        <a:xfrm>
          <a:off x="1831426" y="585736"/>
          <a:ext cx="2693191" cy="269319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515F9-AB49-4937-B666-0A4950981ED7}">
      <dsp:nvSpPr>
        <dsp:cNvPr id="0" name=""/>
        <dsp:cNvSpPr/>
      </dsp:nvSpPr>
      <dsp:spPr>
        <a:xfrm>
          <a:off x="619488" y="3355254"/>
          <a:ext cx="5117068" cy="7469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Bookmarks save a report’s current filters, visibility, cross-highlighted visuals, and sort order. </a:t>
          </a:r>
        </a:p>
      </dsp:txBody>
      <dsp:txXfrm>
        <a:off x="619488" y="3355254"/>
        <a:ext cx="5117068" cy="746977"/>
      </dsp:txXfrm>
    </dsp:sp>
    <dsp:sp modelId="{F96959D0-7EE5-48BB-A1E2-BB9A302BA209}">
      <dsp:nvSpPr>
        <dsp:cNvPr id="0" name=""/>
        <dsp:cNvSpPr/>
      </dsp:nvSpPr>
      <dsp:spPr>
        <a:xfrm>
          <a:off x="7692494" y="585736"/>
          <a:ext cx="2693191" cy="269319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FB3C8-08A9-4E31-BB31-3861B45454B8}">
      <dsp:nvSpPr>
        <dsp:cNvPr id="0" name=""/>
        <dsp:cNvSpPr/>
      </dsp:nvSpPr>
      <dsp:spPr>
        <a:xfrm>
          <a:off x="6478775" y="3355254"/>
          <a:ext cx="5120630" cy="7469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When you add bookmarks to a report, users can get back to that exact view by selecting it</a:t>
          </a:r>
        </a:p>
      </dsp:txBody>
      <dsp:txXfrm>
        <a:off x="6478775" y="3355254"/>
        <a:ext cx="5120630" cy="74697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6D388-5187-4B83-91E0-6E344AB43643}">
      <dsp:nvSpPr>
        <dsp:cNvPr id="0" name=""/>
        <dsp:cNvSpPr/>
      </dsp:nvSpPr>
      <dsp:spPr>
        <a:xfrm>
          <a:off x="1090641" y="126368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A27D5-074B-4463-AA5F-C91BAD0101FC}">
      <dsp:nvSpPr>
        <dsp:cNvPr id="0" name=""/>
        <dsp:cNvSpPr/>
      </dsp:nvSpPr>
      <dsp:spPr>
        <a:xfrm>
          <a:off x="1324641" y="149768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91EFD-B269-4CA7-932D-6797DB9C8247}">
      <dsp:nvSpPr>
        <dsp:cNvPr id="0" name=""/>
        <dsp:cNvSpPr/>
      </dsp:nvSpPr>
      <dsp:spPr>
        <a:xfrm>
          <a:off x="739641" y="27036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Improved navigation</a:t>
          </a:r>
          <a:endParaRPr lang="en-US" sz="1700" kern="1200" dirty="0"/>
        </a:p>
      </dsp:txBody>
      <dsp:txXfrm>
        <a:off x="739641" y="2703683"/>
        <a:ext cx="1800000" cy="720000"/>
      </dsp:txXfrm>
    </dsp:sp>
    <dsp:sp modelId="{98EA8074-91BA-4F37-8400-281BAC8B85AC}">
      <dsp:nvSpPr>
        <dsp:cNvPr id="0" name=""/>
        <dsp:cNvSpPr/>
      </dsp:nvSpPr>
      <dsp:spPr>
        <a:xfrm>
          <a:off x="3205641" y="126368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39ADA-0AE6-4A74-86AE-7B5DCFA5AF06}">
      <dsp:nvSpPr>
        <dsp:cNvPr id="0" name=""/>
        <dsp:cNvSpPr/>
      </dsp:nvSpPr>
      <dsp:spPr>
        <a:xfrm>
          <a:off x="3439641" y="149768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DCAA9-FC51-4EF4-9FF7-67F32462255F}">
      <dsp:nvSpPr>
        <dsp:cNvPr id="0" name=""/>
        <dsp:cNvSpPr/>
      </dsp:nvSpPr>
      <dsp:spPr>
        <a:xfrm>
          <a:off x="2854641" y="27036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Show/hide content</a:t>
          </a:r>
          <a:endParaRPr lang="en-US" sz="1700" kern="1200" dirty="0"/>
        </a:p>
      </dsp:txBody>
      <dsp:txXfrm>
        <a:off x="2854641" y="2703683"/>
        <a:ext cx="1800000" cy="720000"/>
      </dsp:txXfrm>
    </dsp:sp>
    <dsp:sp modelId="{93511C22-D1BE-4E6A-A774-854639220357}">
      <dsp:nvSpPr>
        <dsp:cNvPr id="0" name=""/>
        <dsp:cNvSpPr/>
      </dsp:nvSpPr>
      <dsp:spPr>
        <a:xfrm>
          <a:off x="5320641" y="126368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25ED2-8DE3-491B-9855-23F6F91ECE47}">
      <dsp:nvSpPr>
        <dsp:cNvPr id="0" name=""/>
        <dsp:cNvSpPr/>
      </dsp:nvSpPr>
      <dsp:spPr>
        <a:xfrm>
          <a:off x="5554641" y="149768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B4E3C-E3B1-40FD-99B5-8458F3238C8A}">
      <dsp:nvSpPr>
        <dsp:cNvPr id="0" name=""/>
        <dsp:cNvSpPr/>
      </dsp:nvSpPr>
      <dsp:spPr>
        <a:xfrm>
          <a:off x="4969641" y="27036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Guided storytelling</a:t>
          </a:r>
          <a:endParaRPr lang="en-US" sz="1700" kern="1200" dirty="0"/>
        </a:p>
      </dsp:txBody>
      <dsp:txXfrm>
        <a:off x="4969641" y="2703683"/>
        <a:ext cx="1800000" cy="720000"/>
      </dsp:txXfrm>
    </dsp:sp>
    <dsp:sp modelId="{7CE07CC9-08F1-4CF6-BE07-714FC2703C80}">
      <dsp:nvSpPr>
        <dsp:cNvPr id="0" name=""/>
        <dsp:cNvSpPr/>
      </dsp:nvSpPr>
      <dsp:spPr>
        <a:xfrm>
          <a:off x="7435641" y="126368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D2A3C-1CDD-46B0-8269-0384BEACC37F}">
      <dsp:nvSpPr>
        <dsp:cNvPr id="0" name=""/>
        <dsp:cNvSpPr/>
      </dsp:nvSpPr>
      <dsp:spPr>
        <a:xfrm>
          <a:off x="7669641" y="149768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01365-6E26-40CE-80C4-551C1E26459E}">
      <dsp:nvSpPr>
        <dsp:cNvPr id="0" name=""/>
        <dsp:cNvSpPr/>
      </dsp:nvSpPr>
      <dsp:spPr>
        <a:xfrm>
          <a:off x="7084641" y="27036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Customized views</a:t>
          </a:r>
          <a:endParaRPr lang="en-US" sz="1700" kern="1200" dirty="0"/>
        </a:p>
      </dsp:txBody>
      <dsp:txXfrm>
        <a:off x="7084641" y="2703683"/>
        <a:ext cx="1800000" cy="720000"/>
      </dsp:txXfrm>
    </dsp:sp>
    <dsp:sp modelId="{12F373DD-BC05-4BB2-82BA-547BFC3FF142}">
      <dsp:nvSpPr>
        <dsp:cNvPr id="0" name=""/>
        <dsp:cNvSpPr/>
      </dsp:nvSpPr>
      <dsp:spPr>
        <a:xfrm>
          <a:off x="9550641" y="1263683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C6E861-CCF9-4923-BCC7-D8AE8240310A}">
      <dsp:nvSpPr>
        <dsp:cNvPr id="0" name=""/>
        <dsp:cNvSpPr/>
      </dsp:nvSpPr>
      <dsp:spPr>
        <a:xfrm>
          <a:off x="9784641" y="1497683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269EF-7E38-4A21-98A9-338507085687}">
      <dsp:nvSpPr>
        <dsp:cNvPr id="0" name=""/>
        <dsp:cNvSpPr/>
      </dsp:nvSpPr>
      <dsp:spPr>
        <a:xfrm>
          <a:off x="9199641" y="270368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 dirty="0"/>
            <a:t>Reduced report clutter</a:t>
          </a:r>
          <a:endParaRPr lang="en-US" sz="1700" kern="1200" dirty="0"/>
        </a:p>
      </dsp:txBody>
      <dsp:txXfrm>
        <a:off x="9199641" y="2703683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B7DB8-1A1C-48BF-968B-A989A0330683}">
      <dsp:nvSpPr>
        <dsp:cNvPr id="0" name=""/>
        <dsp:cNvSpPr/>
      </dsp:nvSpPr>
      <dsp:spPr>
        <a:xfrm>
          <a:off x="2586000" y="776582"/>
          <a:ext cx="1944000" cy="194400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515F9-AB49-4937-B666-0A4950981ED7}">
      <dsp:nvSpPr>
        <dsp:cNvPr id="0" name=""/>
        <dsp:cNvSpPr/>
      </dsp:nvSpPr>
      <dsp:spPr>
        <a:xfrm>
          <a:off x="1398000" y="319078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Allow users to dynamically switch which dimensions or measures are displayed in visuals</a:t>
          </a:r>
        </a:p>
      </dsp:txBody>
      <dsp:txXfrm>
        <a:off x="1398000" y="3190784"/>
        <a:ext cx="4320000" cy="720000"/>
      </dsp:txXfrm>
    </dsp:sp>
    <dsp:sp modelId="{F96959D0-7EE5-48BB-A1E2-BB9A302BA209}">
      <dsp:nvSpPr>
        <dsp:cNvPr id="0" name=""/>
        <dsp:cNvSpPr/>
      </dsp:nvSpPr>
      <dsp:spPr>
        <a:xfrm>
          <a:off x="7662000" y="77658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BFB3C8-08A9-4E31-BB31-3861B45454B8}">
      <dsp:nvSpPr>
        <dsp:cNvPr id="0" name=""/>
        <dsp:cNvSpPr/>
      </dsp:nvSpPr>
      <dsp:spPr>
        <a:xfrm>
          <a:off x="6474000" y="3190784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Allow users to group measures so they can toggle displayed columns</a:t>
          </a:r>
        </a:p>
      </dsp:txBody>
      <dsp:txXfrm>
        <a:off x="6474000" y="3190784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E8FE6-90AA-4021-A094-E3B02B21C832}">
      <dsp:nvSpPr>
        <dsp:cNvPr id="0" name=""/>
        <dsp:cNvSpPr/>
      </dsp:nvSpPr>
      <dsp:spPr>
        <a:xfrm>
          <a:off x="1164599" y="126398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12928-57BE-42A6-B1A4-946A214099B8}">
      <dsp:nvSpPr>
        <dsp:cNvPr id="0" name=""/>
        <dsp:cNvSpPr/>
      </dsp:nvSpPr>
      <dsp:spPr>
        <a:xfrm>
          <a:off x="1398599" y="149798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7853B-9323-459C-A844-2D01198B8BDE}">
      <dsp:nvSpPr>
        <dsp:cNvPr id="0" name=""/>
        <dsp:cNvSpPr/>
      </dsp:nvSpPr>
      <dsp:spPr>
        <a:xfrm>
          <a:off x="813599" y="270398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Self-service analysis</a:t>
          </a:r>
          <a:endParaRPr lang="en-US" sz="1600" kern="1200" dirty="0"/>
        </a:p>
      </dsp:txBody>
      <dsp:txXfrm>
        <a:off x="813599" y="2703984"/>
        <a:ext cx="1800000" cy="720000"/>
      </dsp:txXfrm>
    </dsp:sp>
    <dsp:sp modelId="{3ED68D09-5FEF-45F3-B9DE-1107A224B0F5}">
      <dsp:nvSpPr>
        <dsp:cNvPr id="0" name=""/>
        <dsp:cNvSpPr/>
      </dsp:nvSpPr>
      <dsp:spPr>
        <a:xfrm>
          <a:off x="3270080" y="125961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E824F-ADBC-4C61-812F-51F63F0904FB}">
      <dsp:nvSpPr>
        <dsp:cNvPr id="0" name=""/>
        <dsp:cNvSpPr/>
      </dsp:nvSpPr>
      <dsp:spPr>
        <a:xfrm>
          <a:off x="3513600" y="149798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6CC3E-F3E1-4716-8E09-D4FC697CD820}">
      <dsp:nvSpPr>
        <dsp:cNvPr id="0" name=""/>
        <dsp:cNvSpPr/>
      </dsp:nvSpPr>
      <dsp:spPr>
        <a:xfrm>
          <a:off x="2928599" y="270398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Fewer visuals to maintain</a:t>
          </a:r>
          <a:endParaRPr lang="en-US" sz="1600" kern="1200" dirty="0"/>
        </a:p>
      </dsp:txBody>
      <dsp:txXfrm>
        <a:off x="2928599" y="2703984"/>
        <a:ext cx="1800000" cy="720000"/>
      </dsp:txXfrm>
    </dsp:sp>
    <dsp:sp modelId="{6859F11E-9600-4167-BE3B-BA92819DBA9C}">
      <dsp:nvSpPr>
        <dsp:cNvPr id="0" name=""/>
        <dsp:cNvSpPr/>
      </dsp:nvSpPr>
      <dsp:spPr>
        <a:xfrm>
          <a:off x="5394600" y="126398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B8FB1-9A38-47C1-987E-AA789AB9C72D}">
      <dsp:nvSpPr>
        <dsp:cNvPr id="0" name=""/>
        <dsp:cNvSpPr/>
      </dsp:nvSpPr>
      <dsp:spPr>
        <a:xfrm>
          <a:off x="5628600" y="149798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EBA38-904C-4C9A-AB9F-3A791C0E0D52}">
      <dsp:nvSpPr>
        <dsp:cNvPr id="0" name=""/>
        <dsp:cNvSpPr/>
      </dsp:nvSpPr>
      <dsp:spPr>
        <a:xfrm>
          <a:off x="5043600" y="270398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Greater report flexibility</a:t>
          </a:r>
          <a:r>
            <a:rPr lang="en-US" sz="1600" kern="1200" dirty="0"/>
            <a:t> </a:t>
          </a:r>
        </a:p>
      </dsp:txBody>
      <dsp:txXfrm>
        <a:off x="5043600" y="2703984"/>
        <a:ext cx="1800000" cy="720000"/>
      </dsp:txXfrm>
    </dsp:sp>
    <dsp:sp modelId="{3062F985-3526-43B3-B10B-532DA44DD592}">
      <dsp:nvSpPr>
        <dsp:cNvPr id="0" name=""/>
        <dsp:cNvSpPr/>
      </dsp:nvSpPr>
      <dsp:spPr>
        <a:xfrm>
          <a:off x="7509600" y="126398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9E2B1-87A7-4482-A7C5-47F7CF69741F}">
      <dsp:nvSpPr>
        <dsp:cNvPr id="0" name=""/>
        <dsp:cNvSpPr/>
      </dsp:nvSpPr>
      <dsp:spPr>
        <a:xfrm>
          <a:off x="7743600" y="149798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2F90A-7BCE-4310-90BD-A3A4049DE377}">
      <dsp:nvSpPr>
        <dsp:cNvPr id="0" name=""/>
        <dsp:cNvSpPr/>
      </dsp:nvSpPr>
      <dsp:spPr>
        <a:xfrm>
          <a:off x="7158600" y="270398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Consistent user experience</a:t>
          </a:r>
          <a:r>
            <a:rPr lang="en-US" sz="1600" kern="1200" dirty="0"/>
            <a:t> </a:t>
          </a:r>
        </a:p>
      </dsp:txBody>
      <dsp:txXfrm>
        <a:off x="7158600" y="2703984"/>
        <a:ext cx="1800000" cy="720000"/>
      </dsp:txXfrm>
    </dsp:sp>
    <dsp:sp modelId="{CD986303-21D1-4E51-BB15-B86D9EF27FC8}">
      <dsp:nvSpPr>
        <dsp:cNvPr id="0" name=""/>
        <dsp:cNvSpPr/>
      </dsp:nvSpPr>
      <dsp:spPr>
        <a:xfrm>
          <a:off x="9624600" y="126398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74011-C893-4BBC-90BC-ED9884BB7C76}">
      <dsp:nvSpPr>
        <dsp:cNvPr id="0" name=""/>
        <dsp:cNvSpPr/>
      </dsp:nvSpPr>
      <dsp:spPr>
        <a:xfrm>
          <a:off x="9858600" y="149798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8EFB9-62A4-40F6-86C5-69834B68068A}">
      <dsp:nvSpPr>
        <dsp:cNvPr id="0" name=""/>
        <dsp:cNvSpPr/>
      </dsp:nvSpPr>
      <dsp:spPr>
        <a:xfrm>
          <a:off x="9273600" y="270398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Scalability</a:t>
          </a:r>
          <a:endParaRPr lang="en-US" sz="1600" kern="1200" dirty="0"/>
        </a:p>
      </dsp:txBody>
      <dsp:txXfrm>
        <a:off x="9273600" y="2703984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404F555-6570-4A15-ABC4-1745CA5C4DC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CB98716-6830-4726-8754-F107DE73D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0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89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9045-4093-F928-A955-4CC32278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B6477-6604-2FCB-FDA8-21D354511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30668-FED3-8231-124E-B9D1236F0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A41D7-F8F7-A121-C16C-712692910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23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E6A36-8D7D-6A29-D931-EE9FDD2E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ACB7D-1DCB-B530-6D3B-C23DBDA7B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8F2A2-FDDE-E7A6-6483-54F2B1BE8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Improved navigation</a:t>
            </a:r>
            <a:r>
              <a:rPr lang="en-US" dirty="0"/>
              <a:t> – Create app-like experiences with buttons and menus. </a:t>
            </a:r>
          </a:p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Show/hide content</a:t>
            </a:r>
            <a:r>
              <a:rPr lang="en-US" dirty="0"/>
              <a:t> – Display different visuals, explanations, or drill-through experiences without leaving the page. </a:t>
            </a:r>
          </a:p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Guided storytelling</a:t>
            </a:r>
            <a:r>
              <a:rPr lang="en-US" dirty="0"/>
              <a:t> – Walk users through key insights in a controlled sequence. </a:t>
            </a:r>
          </a:p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Customized views</a:t>
            </a:r>
            <a:r>
              <a:rPr lang="en-US" dirty="0"/>
              <a:t> – Provide different perspectives for different audiences while keeping everything on the same page. </a:t>
            </a:r>
          </a:p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Reduced report clutter</a:t>
            </a:r>
            <a:r>
              <a:rPr lang="en-US" dirty="0"/>
              <a:t> – Instead of placing every visual on the screen at once, show only what's relevant when users need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4BE49-9B78-37B5-0350-BCB9ECEF1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79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0DDE-3C85-4887-2A6E-3522EBFC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C35C0-2FD5-F90D-9FA0-C90DF1289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F7176-2591-E42C-1546-D9DDBE58C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FFBB9-70F8-C25C-4CA0-73A1053DC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0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992BB-4E7D-BCEA-7F78-6111F37C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25BAE-0A88-A356-CA61-4EA5EBCA7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ACC3F-85EE-83D5-BBA8-04439930E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A22C6-8037-56E3-334C-4465DF275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12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836AA-F403-196F-52E7-09A49A43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37800-FF3D-E20F-2137-7FE18BF7E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0B2AC-D2C6-2604-C8A2-F7E9DBD86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Self-service analysis</a:t>
            </a:r>
            <a:r>
              <a:rPr lang="en-US" dirty="0"/>
              <a:t> – Users can choose which metric or category they want to analyze. </a:t>
            </a:r>
          </a:p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Fewer visuals to maintain</a:t>
            </a:r>
            <a:r>
              <a:rPr lang="en-US" dirty="0"/>
              <a:t> – One chart can serve the purpose of many. </a:t>
            </a:r>
          </a:p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Greater report flexibility</a:t>
            </a:r>
            <a:r>
              <a:rPr lang="en-US" dirty="0"/>
              <a:t> – Users can change axes, measures, and comparisons without needing separate pages. </a:t>
            </a:r>
          </a:p>
          <a:p>
            <a:pPr lvl="0">
              <a:lnSpc>
                <a:spcPct val="100000"/>
              </a:lnSpc>
              <a:defRPr cap="all"/>
            </a:pPr>
            <a:r>
              <a:rPr lang="en-US" b="1" dirty="0"/>
              <a:t>Consistent user experience</a:t>
            </a:r>
            <a:r>
              <a:rPr lang="en-US" dirty="0"/>
              <a:t> – Keeps formatting and interactions intact while changing the underlying fields. 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Scalability</a:t>
            </a:r>
            <a:r>
              <a:rPr lang="en-US" dirty="0"/>
              <a:t> – Easier to expand report functionality as business requirements evolve.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C017F-23C0-F96A-9231-4466D8F1B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85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7D3D-14DD-06D5-DC1A-62236B77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13854-A3CE-8BBE-32BE-8E2F24E36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BEA63-AD8F-FE98-7708-F684CC099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E29C3-819D-5D3B-CDA0-276B3C0FA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B98716-6830-4726-8754-F107DE73D6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7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74C7-6602-5634-AF40-7EF66DC50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52570-8CCE-2357-4BF1-6793657BD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8C9E0-9B1E-E48C-21DB-5A32353E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501DD-3559-C27E-383B-C58CCD78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9C152-0AC0-EDF0-51C3-50498E9E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45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9E93-BEE7-68BF-966F-2D58D01A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50AC-E88A-FC90-1D2B-3389F38F2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BB67B-C35D-EB4D-8A18-BED06CA0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2008A-70CE-3D25-3294-D732B6E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BED52-1B33-0761-27D4-D381CA3A7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46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F04C-50AD-8FFA-80A6-8713D6EE7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26162-8E13-D4CD-2BEE-B585345B0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2A4BC-5A2F-3EA8-36DF-18AFDAA7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57DDA-57C6-464A-FE11-B703DEF7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80B4-A8E5-7878-27FF-577FC7BB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6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3FCC-3D2C-1B0C-13A1-3ED2D7DA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32B32-6734-AD68-B532-B4E80E07F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191EB-A9EF-6AFA-1B1D-987957CD7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D5B85-917F-AC26-0E7D-664BFF23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0CF8F-82C0-FD5A-286F-2E20DBA4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3E44D-8576-C9F5-2505-CF6DFF7B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407FB-F895-BF2C-72B1-91C2FDB18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DB67D-B170-C887-371F-A1F21B4D0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150C3-B7EC-640B-6DBF-49CE86D80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BF941-58E8-509C-7BF1-E0E9E1B66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C80BF-063B-75FC-1699-7327E01A6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BB885-EA20-D9B0-92EA-1A711CF52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539981-6B88-8F9D-CA77-C8F2268A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BAC19A-66C4-FB50-2886-A1735D98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7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DC8B-ED13-AB4A-6599-1C27BF90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080F4-0361-C4CA-A33C-E4E6C40F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48E4C-79A8-52AF-9E35-592126E1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9C62B-BE6A-599B-86CE-A78BB47E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3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FA291-9722-4305-6D0B-333ED166D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310424-EC54-31B5-585E-6987CB324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385D-52CB-CC43-36EC-0DB5BB24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1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18C0-D6C7-51A8-3F28-6726A94AA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174D4-F8DC-69A1-642A-AD7DACDAE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F21A9-11BA-FFC7-0FA2-0ACF5E1CC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2DF30-AB8A-ABFE-A1E3-9F6A77F3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1E3B3-F2E3-D006-C607-8052A8C1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118B1-C787-1A3D-EDD6-0965CF37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5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DCD8-24E8-084F-FE3E-FD874666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13100-3D1F-3944-DE97-D4F3008615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A9678-F698-B9D6-C492-92238EDFE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F9BD-A289-6813-91C4-B94F576D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2DD73-4C38-948A-C71C-443A4E58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41126-BB1F-8E73-D77B-C17048DD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30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1572-ECDF-91F0-761B-5C61A395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90A78-1FC3-A0A4-DD3B-0EB206A65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DFADA-576B-915D-5EE7-AD1303B5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88D98-B30E-520C-36FE-99E5FFDC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777B-C210-DDBE-94BF-9424AA47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0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A94FDD-0466-6CAE-A2DB-BC7C45D04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AF07B-F4A3-253F-E82E-1F6D67EAC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063C4-9DCB-A92D-078A-2E24F1BF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357C5-AA2E-0F83-AAB9-098ADEEF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30319-342D-CA42-9322-B9DF313D7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3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58145-4053-267C-E721-F96B76D1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BBE60-3944-559E-B851-383394036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13176-320D-F564-41A1-CF26176067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7FC4FF-A5B5-49B5-AF2E-5BC38B72E229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B44F6-A74B-AA7E-511D-694288BD5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C228F-6BA1-A30F-C407-CB384F8C2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49ABBF-AF86-4092-A785-512059A90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81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76E52-93FD-ECE2-838F-3424232AE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329" y="735106"/>
            <a:ext cx="10863072" cy="2928470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Bookmarks &amp; Field Parameters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9D5C3-BFA8-B1E3-2021-DB4124A4D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Allan Khariton – Sr FP&amp;A Analyst</a:t>
            </a:r>
          </a:p>
        </p:txBody>
      </p:sp>
      <p:pic>
        <p:nvPicPr>
          <p:cNvPr id="6" name="Picture 5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4C76F6F5-61D5-66D0-D351-A2F48C213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371" y="4916574"/>
            <a:ext cx="1931894" cy="193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16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00065-18BD-E78B-03DD-3B36C9B8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E013D6-A39A-0E1F-6AB4-8327DC9493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35064" y="222931"/>
            <a:ext cx="6956936" cy="1325563"/>
          </a:xfrm>
        </p:spPr>
        <p:txBody>
          <a:bodyPr/>
          <a:lstStyle/>
          <a:p>
            <a:pPr algn="ctr"/>
            <a:r>
              <a:rPr lang="en-US" dirty="0">
                <a:latin typeface="Abadi" panose="020B0604020104020204" pitchFamily="34" charset="0"/>
              </a:rPr>
              <a:t>Thank you to our sponsors!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098460-3520-1FC5-6278-6C2A7EBBA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52" y="80738"/>
            <a:ext cx="4925112" cy="1609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0CD316-D29D-42A6-5453-FB92281C3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35" y="2331720"/>
            <a:ext cx="2281247" cy="1097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114AF-98BA-234D-E4C2-37712E22B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70" y="2465112"/>
            <a:ext cx="3025588" cy="1097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EA9319-72A0-595C-C3AD-AD13B3210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146" y="2693712"/>
            <a:ext cx="3905573" cy="640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8059E9-2C10-8918-95C6-34DABA72B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31" y="4494649"/>
            <a:ext cx="2721254" cy="10972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066E86-BCB3-EF93-E006-CBAD679E4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5861" y="4397969"/>
            <a:ext cx="2438405" cy="11338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134BE2-CE0C-DB90-48E8-1689CA1EFF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9626" y="4723249"/>
            <a:ext cx="4042611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5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430E5-534D-D700-3EF5-473C7888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Why are bookmarks &amp; parameters important?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E635D2-46CE-1E8D-E1D9-825FAA5A5288}"/>
              </a:ext>
            </a:extLst>
          </p:cNvPr>
          <p:cNvSpPr txBox="1"/>
          <p:nvPr/>
        </p:nvSpPr>
        <p:spPr>
          <a:xfrm>
            <a:off x="4504548" y="586855"/>
            <a:ext cx="711595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Bookmarks and field parameters: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Maximize your report’s interactivity by giving users greater flexibility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Reduce report complexity and maintenance for developers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When used together, they provide multiple reporting perspectives on a single page with a streamlined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930378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D6949-B2E7-977F-7153-4160D0DF1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0F543-691C-8315-BE6B-264D789C2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are bookmarks?</a:t>
            </a:r>
          </a:p>
        </p:txBody>
      </p:sp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ECD0A991-5209-F171-A5FE-DBE251D05E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15797"/>
              </p:ext>
            </p:extLst>
          </p:nvPr>
        </p:nvGraphicFramePr>
        <p:xfrm>
          <a:off x="-26894" y="2170030"/>
          <a:ext cx="12218894" cy="4687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891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52849-AAEA-4676-F662-5D8B6A08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2931D-1D96-515B-D728-8B0515B97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Benefits of using bookmarks in your reports</a:t>
            </a:r>
          </a:p>
        </p:txBody>
      </p:sp>
      <p:graphicFrame>
        <p:nvGraphicFramePr>
          <p:cNvPr id="22" name="TextBox 3">
            <a:extLst>
              <a:ext uri="{FF2B5EF4-FFF2-40B4-BE49-F238E27FC236}">
                <a16:creationId xmlns:a16="http://schemas.microsoft.com/office/drawing/2014/main" id="{225178D5-BF15-C1FD-BD42-C609A335D0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0595657"/>
              </p:ext>
            </p:extLst>
          </p:nvPr>
        </p:nvGraphicFramePr>
        <p:xfrm>
          <a:off x="226358" y="2170031"/>
          <a:ext cx="11739283" cy="4687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575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CB546-D852-F61A-6276-4070811D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EE1EF3-DE4E-2EF3-FA37-03316C594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5F52565-8383-D6A3-37A6-38092C805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2E38C8-A6D1-6C68-6BDA-3A8443C11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08E8C-28ED-576F-4794-C07EF822D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F57672-85DD-C7B3-BED6-ACBC010E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1EE0640-0692-1AFB-2CD2-2814C94C6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F29BE8-E442-FE35-8AAC-40C099947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8C61E-2AB1-6A2F-A58C-444CF196E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Bookmark Tips &amp; Tricks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60380-2CC8-6AF5-8D69-1AF8F1A551E8}"/>
              </a:ext>
            </a:extLst>
          </p:cNvPr>
          <p:cNvSpPr txBox="1"/>
          <p:nvPr/>
        </p:nvSpPr>
        <p:spPr>
          <a:xfrm>
            <a:off x="4604273" y="828339"/>
            <a:ext cx="68203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relevant visuals in the Selection pane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Group your bookmarks in the Bookmarks pane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bookmark properties effectively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Display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Current Page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All/Selected Visuals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accessibility in mind with Tab Order in the Selection Pane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52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6CC1C7-849B-5FC5-5288-0CB04EDF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345BF49-843C-D144-06F0-A74C85FE3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B9FF05-269F-0207-61AE-DA7B8014E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788046-F6B8-3F0F-9613-32F5E017B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3EB426-EBD7-659B-DD70-5844F8C29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09D11-628B-A372-6DC9-0D6DB222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are field parameters?</a:t>
            </a:r>
          </a:p>
        </p:txBody>
      </p:sp>
      <p:graphicFrame>
        <p:nvGraphicFramePr>
          <p:cNvPr id="22" name="TextBox 2">
            <a:extLst>
              <a:ext uri="{FF2B5EF4-FFF2-40B4-BE49-F238E27FC236}">
                <a16:creationId xmlns:a16="http://schemas.microsoft.com/office/drawing/2014/main" id="{BA0A0E13-10CD-66CF-B71D-F4E8726FF0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05978"/>
              </p:ext>
            </p:extLst>
          </p:nvPr>
        </p:nvGraphicFramePr>
        <p:xfrm>
          <a:off x="0" y="2170030"/>
          <a:ext cx="12192000" cy="4687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781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347E2-4997-58B9-1DC9-C8C29508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EDA8A-A7CB-6FC4-31A2-8E1C44F3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Benefits of using field parameters</a:t>
            </a:r>
          </a:p>
        </p:txBody>
      </p:sp>
      <p:graphicFrame>
        <p:nvGraphicFramePr>
          <p:cNvPr id="34" name="TextBox 5">
            <a:extLst>
              <a:ext uri="{FF2B5EF4-FFF2-40B4-BE49-F238E27FC236}">
                <a16:creationId xmlns:a16="http://schemas.microsoft.com/office/drawing/2014/main" id="{F16E522D-0577-47E4-0B75-D4D88E42E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889321"/>
              </p:ext>
            </p:extLst>
          </p:nvPr>
        </p:nvGraphicFramePr>
        <p:xfrm>
          <a:off x="152400" y="2169391"/>
          <a:ext cx="11887200" cy="4687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076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526A5-1C4F-3E1D-697A-04F4FFA0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4DBAC3-5D07-76D7-EF8E-CE61FBCED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0C3412-F9B4-3E93-1250-5EC073586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BD756-B9C6-D043-3093-A053961AD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9AD20-EEDA-AB5A-D9E0-64C873D67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16A1C9-2E31-9F24-A7AC-EDEB2B1AA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EDD342F-3406-6161-8456-3737BB20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156C53-6ABE-7D77-5F24-108BD225C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8868F-0EA3-3C43-E692-CB00B4F3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" y="586855"/>
            <a:ext cx="347301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Feedback and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5D2F4-CD55-8A06-2AB7-B828AD077530}"/>
              </a:ext>
            </a:extLst>
          </p:cNvPr>
          <p:cNvSpPr txBox="1"/>
          <p:nvPr/>
        </p:nvSpPr>
        <p:spPr>
          <a:xfrm>
            <a:off x="8485632" y="1645920"/>
            <a:ext cx="295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Feedback Link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FBAEB-27D0-15ED-FCF7-97E68565E546}"/>
              </a:ext>
            </a:extLst>
          </p:cNvPr>
          <p:cNvSpPr txBox="1"/>
          <p:nvPr/>
        </p:nvSpPr>
        <p:spPr>
          <a:xfrm>
            <a:off x="4795961" y="1645920"/>
            <a:ext cx="2950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Portfolio/GitHub Link</a:t>
            </a:r>
          </a:p>
        </p:txBody>
      </p:sp>
      <p:pic>
        <p:nvPicPr>
          <p:cNvPr id="11" name="Picture 10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37711FD9-AF68-F0C3-107A-3E9E64EC5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407" y="2208445"/>
            <a:ext cx="2880360" cy="2880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99EDB-064C-89FE-8A83-0DC6DDF520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684" y="2208445"/>
            <a:ext cx="288036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18329</TotalTime>
  <Words>386</Words>
  <Application>Microsoft Office PowerPoint</Application>
  <PresentationFormat>Widescreen</PresentationFormat>
  <Paragraphs>55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Abadi</vt:lpstr>
      <vt:lpstr>Aptos</vt:lpstr>
      <vt:lpstr>Aptos Display</vt:lpstr>
      <vt:lpstr>Arial</vt:lpstr>
      <vt:lpstr>Office Theme</vt:lpstr>
      <vt:lpstr>Bookmarks &amp; Field Parameters 101</vt:lpstr>
      <vt:lpstr>Thank you to our sponsors!</vt:lpstr>
      <vt:lpstr>Why are bookmarks &amp; parameters important?</vt:lpstr>
      <vt:lpstr>What are bookmarks?</vt:lpstr>
      <vt:lpstr>Benefits of using bookmarks in your reports</vt:lpstr>
      <vt:lpstr>Bookmark Tips &amp; Tricks</vt:lpstr>
      <vt:lpstr>What are field parameters?</vt:lpstr>
      <vt:lpstr>Benefits of using field parameters</vt:lpstr>
      <vt:lpstr>Feedback and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Khariton</dc:creator>
  <cp:lastModifiedBy>Allan Khariton</cp:lastModifiedBy>
  <cp:revision>13</cp:revision>
  <cp:lastPrinted>2025-06-13T03:05:36Z</cp:lastPrinted>
  <dcterms:created xsi:type="dcterms:W3CDTF">2025-06-04T02:35:56Z</dcterms:created>
  <dcterms:modified xsi:type="dcterms:W3CDTF">2026-06-11T03:38:17Z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2026-06-05T22:08:18Z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5c9496d4-8388-4986-b61c-4952186658da</vt:lpwstr>
  </property>
  <property fmtid="{D5CDD505-2E9C-101B-9397-08002B2CF9AE}" pid="7" name="MSIP_Label_defa4170-0d19-0005-0004-bc88714345d2_ActionId">
    <vt:lpwstr>75a48a39-5081-4c4d-80f9-c56a9c6636ee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